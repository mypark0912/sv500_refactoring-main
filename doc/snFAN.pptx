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055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01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49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987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85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598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35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46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37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0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4BDEBA-57D3-42F0-A89B-A133EA073457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B02EB-8B76-4D5B-B7A7-267B0B2F77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72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303289"/>
            <a:ext cx="8351520" cy="442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73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461" y="555912"/>
            <a:ext cx="9548553" cy="537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91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68" y="583968"/>
            <a:ext cx="10030691" cy="564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17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ntek</dc:creator>
  <cp:lastModifiedBy>ntek</cp:lastModifiedBy>
  <cp:revision>1</cp:revision>
  <dcterms:created xsi:type="dcterms:W3CDTF">2026-05-19T05:40:14Z</dcterms:created>
  <dcterms:modified xsi:type="dcterms:W3CDTF">2026-05-19T05:40:34Z</dcterms:modified>
</cp:coreProperties>
</file>