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6" r:id="rId3"/>
    <p:sldId id="264" r:id="rId4"/>
    <p:sldId id="267" r:id="rId5"/>
    <p:sldId id="263" r:id="rId6"/>
    <p:sldId id="256" r:id="rId7"/>
    <p:sldId id="257" r:id="rId8"/>
    <p:sldId id="258" r:id="rId9"/>
    <p:sldId id="259" r:id="rId10"/>
    <p:sldId id="260" r:id="rId11"/>
    <p:sldId id="261" r:id="rId12"/>
    <p:sldId id="268" r:id="rId13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gray">
          <a:xfrm>
            <a:off x="-1" y="1335025"/>
            <a:ext cx="12196537" cy="4084204"/>
          </a:xfrm>
          <a:custGeom>
            <a:avLst/>
            <a:gdLst>
              <a:gd name="connsiteX0" fmla="*/ 0 w 9153144"/>
              <a:gd name="connsiteY0" fmla="*/ 265176 h 3200400"/>
              <a:gd name="connsiteX1" fmla="*/ 2651760 w 9153144"/>
              <a:gd name="connsiteY1" fmla="*/ 0 h 3200400"/>
              <a:gd name="connsiteX2" fmla="*/ 6986016 w 9153144"/>
              <a:gd name="connsiteY2" fmla="*/ 758952 h 3200400"/>
              <a:gd name="connsiteX3" fmla="*/ 9153144 w 9153144"/>
              <a:gd name="connsiteY3" fmla="*/ 237744 h 3200400"/>
              <a:gd name="connsiteX4" fmla="*/ 9144000 w 9153144"/>
              <a:gd name="connsiteY4" fmla="*/ 2816352 h 3200400"/>
              <a:gd name="connsiteX5" fmla="*/ 6986016 w 9153144"/>
              <a:gd name="connsiteY5" fmla="*/ 3200400 h 3200400"/>
              <a:gd name="connsiteX6" fmla="*/ 3081528 w 9153144"/>
              <a:gd name="connsiteY6" fmla="*/ 2441448 h 3200400"/>
              <a:gd name="connsiteX7" fmla="*/ 9144 w 9153144"/>
              <a:gd name="connsiteY7" fmla="*/ 3090672 h 3200400"/>
              <a:gd name="connsiteX8" fmla="*/ 0 w 9153144"/>
              <a:gd name="connsiteY8" fmla="*/ 265176 h 3200400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560064"/>
              <a:gd name="connsiteX1" fmla="*/ 2651760 w 9153144"/>
              <a:gd name="connsiteY1" fmla="*/ 249936 h 3560064"/>
              <a:gd name="connsiteX2" fmla="*/ 6986016 w 9153144"/>
              <a:gd name="connsiteY2" fmla="*/ 1008888 h 3560064"/>
              <a:gd name="connsiteX3" fmla="*/ 9153144 w 9153144"/>
              <a:gd name="connsiteY3" fmla="*/ 487680 h 3560064"/>
              <a:gd name="connsiteX4" fmla="*/ 9144000 w 9153144"/>
              <a:gd name="connsiteY4" fmla="*/ 3066288 h 3560064"/>
              <a:gd name="connsiteX5" fmla="*/ 6986016 w 9153144"/>
              <a:gd name="connsiteY5" fmla="*/ 3450336 h 3560064"/>
              <a:gd name="connsiteX6" fmla="*/ 3081528 w 9153144"/>
              <a:gd name="connsiteY6" fmla="*/ 2691384 h 3560064"/>
              <a:gd name="connsiteX7" fmla="*/ 9144 w 9153144"/>
              <a:gd name="connsiteY7" fmla="*/ 3340608 h 3560064"/>
              <a:gd name="connsiteX8" fmla="*/ 0 w 9153144"/>
              <a:gd name="connsiteY8" fmla="*/ 515112 h 3560064"/>
              <a:gd name="connsiteX0" fmla="*/ 0 w 9153144"/>
              <a:gd name="connsiteY0" fmla="*/ 515112 h 3703320"/>
              <a:gd name="connsiteX1" fmla="*/ 2651760 w 9153144"/>
              <a:gd name="connsiteY1" fmla="*/ 249936 h 3703320"/>
              <a:gd name="connsiteX2" fmla="*/ 6986016 w 9153144"/>
              <a:gd name="connsiteY2" fmla="*/ 1008888 h 3703320"/>
              <a:gd name="connsiteX3" fmla="*/ 9153144 w 9153144"/>
              <a:gd name="connsiteY3" fmla="*/ 487680 h 3703320"/>
              <a:gd name="connsiteX4" fmla="*/ 9144000 w 9153144"/>
              <a:gd name="connsiteY4" fmla="*/ 3066288 h 3703320"/>
              <a:gd name="connsiteX5" fmla="*/ 6986016 w 9153144"/>
              <a:gd name="connsiteY5" fmla="*/ 3450336 h 3703320"/>
              <a:gd name="connsiteX6" fmla="*/ 3081528 w 9153144"/>
              <a:gd name="connsiteY6" fmla="*/ 2691384 h 3703320"/>
              <a:gd name="connsiteX7" fmla="*/ 9144 w 9153144"/>
              <a:gd name="connsiteY7" fmla="*/ 3340608 h 3703320"/>
              <a:gd name="connsiteX8" fmla="*/ 0 w 9153144"/>
              <a:gd name="connsiteY8" fmla="*/ 515112 h 3703320"/>
              <a:gd name="connsiteX0" fmla="*/ 0 w 9153144"/>
              <a:gd name="connsiteY0" fmla="*/ 370332 h 3558540"/>
              <a:gd name="connsiteX1" fmla="*/ 2651760 w 9153144"/>
              <a:gd name="connsiteY1" fmla="*/ 105156 h 3558540"/>
              <a:gd name="connsiteX2" fmla="*/ 6986016 w 9153144"/>
              <a:gd name="connsiteY2" fmla="*/ 864108 h 3558540"/>
              <a:gd name="connsiteX3" fmla="*/ 9153144 w 9153144"/>
              <a:gd name="connsiteY3" fmla="*/ 342900 h 3558540"/>
              <a:gd name="connsiteX4" fmla="*/ 9144000 w 9153144"/>
              <a:gd name="connsiteY4" fmla="*/ 2921508 h 3558540"/>
              <a:gd name="connsiteX5" fmla="*/ 6986016 w 9153144"/>
              <a:gd name="connsiteY5" fmla="*/ 3305556 h 3558540"/>
              <a:gd name="connsiteX6" fmla="*/ 3081528 w 9153144"/>
              <a:gd name="connsiteY6" fmla="*/ 2546604 h 3558540"/>
              <a:gd name="connsiteX7" fmla="*/ 9144 w 9153144"/>
              <a:gd name="connsiteY7" fmla="*/ 3195828 h 3558540"/>
              <a:gd name="connsiteX8" fmla="*/ 0 w 9153144"/>
              <a:gd name="connsiteY8" fmla="*/ 370332 h 3558540"/>
              <a:gd name="connsiteX0" fmla="*/ 0 w 9153144"/>
              <a:gd name="connsiteY0" fmla="*/ 347472 h 3535680"/>
              <a:gd name="connsiteX1" fmla="*/ 2651760 w 9153144"/>
              <a:gd name="connsiteY1" fmla="*/ 82296 h 3535680"/>
              <a:gd name="connsiteX2" fmla="*/ 6986016 w 9153144"/>
              <a:gd name="connsiteY2" fmla="*/ 841248 h 3535680"/>
              <a:gd name="connsiteX3" fmla="*/ 9153144 w 9153144"/>
              <a:gd name="connsiteY3" fmla="*/ 320040 h 3535680"/>
              <a:gd name="connsiteX4" fmla="*/ 9144000 w 9153144"/>
              <a:gd name="connsiteY4" fmla="*/ 2898648 h 3535680"/>
              <a:gd name="connsiteX5" fmla="*/ 6986016 w 9153144"/>
              <a:gd name="connsiteY5" fmla="*/ 3282696 h 3535680"/>
              <a:gd name="connsiteX6" fmla="*/ 3081528 w 9153144"/>
              <a:gd name="connsiteY6" fmla="*/ 2523744 h 3535680"/>
              <a:gd name="connsiteX7" fmla="*/ 9144 w 9153144"/>
              <a:gd name="connsiteY7" fmla="*/ 3172968 h 3535680"/>
              <a:gd name="connsiteX8" fmla="*/ 0 w 9153144"/>
              <a:gd name="connsiteY8" fmla="*/ 347472 h 3535680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6064"/>
              <a:gd name="connsiteX1" fmla="*/ 2651760 w 9153144"/>
              <a:gd name="connsiteY1" fmla="*/ 45720 h 3306064"/>
              <a:gd name="connsiteX2" fmla="*/ 6986016 w 9153144"/>
              <a:gd name="connsiteY2" fmla="*/ 804672 h 3306064"/>
              <a:gd name="connsiteX3" fmla="*/ 9153144 w 9153144"/>
              <a:gd name="connsiteY3" fmla="*/ 283464 h 3306064"/>
              <a:gd name="connsiteX4" fmla="*/ 9144000 w 9153144"/>
              <a:gd name="connsiteY4" fmla="*/ 2862072 h 3306064"/>
              <a:gd name="connsiteX5" fmla="*/ 6986016 w 9153144"/>
              <a:gd name="connsiteY5" fmla="*/ 3246120 h 3306064"/>
              <a:gd name="connsiteX6" fmla="*/ 3169920 w 9153144"/>
              <a:gd name="connsiteY6" fmla="*/ 2502408 h 3306064"/>
              <a:gd name="connsiteX7" fmla="*/ 9144 w 9153144"/>
              <a:gd name="connsiteY7" fmla="*/ 3136392 h 3306064"/>
              <a:gd name="connsiteX8" fmla="*/ 0 w 9153144"/>
              <a:gd name="connsiteY8" fmla="*/ 310896 h 3306064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62288"/>
              <a:gd name="connsiteY0" fmla="*/ 290693 h 3357044"/>
              <a:gd name="connsiteX1" fmla="*/ 2660904 w 9162288"/>
              <a:gd name="connsiteY1" fmla="*/ 93652 h 3357044"/>
              <a:gd name="connsiteX2" fmla="*/ 6995160 w 9162288"/>
              <a:gd name="connsiteY2" fmla="*/ 852604 h 3357044"/>
              <a:gd name="connsiteX3" fmla="*/ 9162288 w 9162288"/>
              <a:gd name="connsiteY3" fmla="*/ 331396 h 3357044"/>
              <a:gd name="connsiteX4" fmla="*/ 9153144 w 9162288"/>
              <a:gd name="connsiteY4" fmla="*/ 2910004 h 3357044"/>
              <a:gd name="connsiteX5" fmla="*/ 6995160 w 9162288"/>
              <a:gd name="connsiteY5" fmla="*/ 3294052 h 3357044"/>
              <a:gd name="connsiteX6" fmla="*/ 3279648 w 9162288"/>
              <a:gd name="connsiteY6" fmla="*/ 2532052 h 3357044"/>
              <a:gd name="connsiteX7" fmla="*/ 18288 w 9162288"/>
              <a:gd name="connsiteY7" fmla="*/ 3184324 h 3357044"/>
              <a:gd name="connsiteX8" fmla="*/ 0 w 9162288"/>
              <a:gd name="connsiteY8" fmla="*/ 290693 h 3357044"/>
              <a:gd name="connsiteX0" fmla="*/ 0 w 9162288"/>
              <a:gd name="connsiteY0" fmla="*/ 290693 h 3357044"/>
              <a:gd name="connsiteX1" fmla="*/ 2660904 w 9162288"/>
              <a:gd name="connsiteY1" fmla="*/ 93652 h 3357044"/>
              <a:gd name="connsiteX2" fmla="*/ 6995160 w 9162288"/>
              <a:gd name="connsiteY2" fmla="*/ 852604 h 3357044"/>
              <a:gd name="connsiteX3" fmla="*/ 9162288 w 9162288"/>
              <a:gd name="connsiteY3" fmla="*/ 379091 h 3357044"/>
              <a:gd name="connsiteX4" fmla="*/ 9153144 w 9162288"/>
              <a:gd name="connsiteY4" fmla="*/ 2910004 h 3357044"/>
              <a:gd name="connsiteX5" fmla="*/ 6995160 w 9162288"/>
              <a:gd name="connsiteY5" fmla="*/ 3294052 h 3357044"/>
              <a:gd name="connsiteX6" fmla="*/ 3279648 w 9162288"/>
              <a:gd name="connsiteY6" fmla="*/ 2532052 h 3357044"/>
              <a:gd name="connsiteX7" fmla="*/ 18288 w 9162288"/>
              <a:gd name="connsiteY7" fmla="*/ 3184324 h 3357044"/>
              <a:gd name="connsiteX8" fmla="*/ 0 w 9162288"/>
              <a:gd name="connsiteY8" fmla="*/ 290693 h 3357044"/>
              <a:gd name="connsiteX0" fmla="*/ 0 w 9162288"/>
              <a:gd name="connsiteY0" fmla="*/ 299777 h 3366128"/>
              <a:gd name="connsiteX1" fmla="*/ 2660904 w 9162288"/>
              <a:gd name="connsiteY1" fmla="*/ 102736 h 3366128"/>
              <a:gd name="connsiteX2" fmla="*/ 6595872 w 9162288"/>
              <a:gd name="connsiteY2" fmla="*/ 916196 h 3366128"/>
              <a:gd name="connsiteX3" fmla="*/ 9162288 w 9162288"/>
              <a:gd name="connsiteY3" fmla="*/ 388175 h 3366128"/>
              <a:gd name="connsiteX4" fmla="*/ 9153144 w 9162288"/>
              <a:gd name="connsiteY4" fmla="*/ 2919088 h 3366128"/>
              <a:gd name="connsiteX5" fmla="*/ 6995160 w 9162288"/>
              <a:gd name="connsiteY5" fmla="*/ 3303136 h 3366128"/>
              <a:gd name="connsiteX6" fmla="*/ 3279648 w 9162288"/>
              <a:gd name="connsiteY6" fmla="*/ 2541136 h 3366128"/>
              <a:gd name="connsiteX7" fmla="*/ 18288 w 9162288"/>
              <a:gd name="connsiteY7" fmla="*/ 3193408 h 3366128"/>
              <a:gd name="connsiteX8" fmla="*/ 0 w 9162288"/>
              <a:gd name="connsiteY8" fmla="*/ 299777 h 3366128"/>
              <a:gd name="connsiteX0" fmla="*/ 0 w 9162288"/>
              <a:gd name="connsiteY0" fmla="*/ 181676 h 3248027"/>
              <a:gd name="connsiteX1" fmla="*/ 2727960 w 9162288"/>
              <a:gd name="connsiteY1" fmla="*/ 102736 h 3248027"/>
              <a:gd name="connsiteX2" fmla="*/ 6595872 w 9162288"/>
              <a:gd name="connsiteY2" fmla="*/ 798095 h 3248027"/>
              <a:gd name="connsiteX3" fmla="*/ 9162288 w 9162288"/>
              <a:gd name="connsiteY3" fmla="*/ 270074 h 3248027"/>
              <a:gd name="connsiteX4" fmla="*/ 9153144 w 9162288"/>
              <a:gd name="connsiteY4" fmla="*/ 2800987 h 3248027"/>
              <a:gd name="connsiteX5" fmla="*/ 6995160 w 9162288"/>
              <a:gd name="connsiteY5" fmla="*/ 3185035 h 3248027"/>
              <a:gd name="connsiteX6" fmla="*/ 3279648 w 9162288"/>
              <a:gd name="connsiteY6" fmla="*/ 2423035 h 3248027"/>
              <a:gd name="connsiteX7" fmla="*/ 18288 w 9162288"/>
              <a:gd name="connsiteY7" fmla="*/ 3075307 h 3248027"/>
              <a:gd name="connsiteX8" fmla="*/ 0 w 9162288"/>
              <a:gd name="connsiteY8" fmla="*/ 181676 h 3248027"/>
              <a:gd name="connsiteX0" fmla="*/ 0 w 9162288"/>
              <a:gd name="connsiteY0" fmla="*/ 155448 h 3221799"/>
              <a:gd name="connsiteX1" fmla="*/ 2727960 w 9162288"/>
              <a:gd name="connsiteY1" fmla="*/ 76508 h 3221799"/>
              <a:gd name="connsiteX2" fmla="*/ 6595872 w 9162288"/>
              <a:gd name="connsiteY2" fmla="*/ 771867 h 3221799"/>
              <a:gd name="connsiteX3" fmla="*/ 9162288 w 9162288"/>
              <a:gd name="connsiteY3" fmla="*/ 243846 h 3221799"/>
              <a:gd name="connsiteX4" fmla="*/ 9153144 w 9162288"/>
              <a:gd name="connsiteY4" fmla="*/ 2774759 h 3221799"/>
              <a:gd name="connsiteX5" fmla="*/ 6995160 w 9162288"/>
              <a:gd name="connsiteY5" fmla="*/ 3158807 h 3221799"/>
              <a:gd name="connsiteX6" fmla="*/ 3279648 w 9162288"/>
              <a:gd name="connsiteY6" fmla="*/ 2396807 h 3221799"/>
              <a:gd name="connsiteX7" fmla="*/ 18288 w 9162288"/>
              <a:gd name="connsiteY7" fmla="*/ 3049079 h 3221799"/>
              <a:gd name="connsiteX8" fmla="*/ 0 w 9162288"/>
              <a:gd name="connsiteY8" fmla="*/ 155448 h 3221799"/>
              <a:gd name="connsiteX0" fmla="*/ 0 w 9162288"/>
              <a:gd name="connsiteY0" fmla="*/ 121380 h 3187731"/>
              <a:gd name="connsiteX1" fmla="*/ 2727960 w 9162288"/>
              <a:gd name="connsiteY1" fmla="*/ 42440 h 3187731"/>
              <a:gd name="connsiteX2" fmla="*/ 6595872 w 9162288"/>
              <a:gd name="connsiteY2" fmla="*/ 737799 h 3187731"/>
              <a:gd name="connsiteX3" fmla="*/ 9162288 w 9162288"/>
              <a:gd name="connsiteY3" fmla="*/ 209778 h 3187731"/>
              <a:gd name="connsiteX4" fmla="*/ 9153144 w 9162288"/>
              <a:gd name="connsiteY4" fmla="*/ 2740691 h 3187731"/>
              <a:gd name="connsiteX5" fmla="*/ 6995160 w 9162288"/>
              <a:gd name="connsiteY5" fmla="*/ 3124739 h 3187731"/>
              <a:gd name="connsiteX6" fmla="*/ 3279648 w 9162288"/>
              <a:gd name="connsiteY6" fmla="*/ 2362739 h 3187731"/>
              <a:gd name="connsiteX7" fmla="*/ 18288 w 9162288"/>
              <a:gd name="connsiteY7" fmla="*/ 3015011 h 3187731"/>
              <a:gd name="connsiteX8" fmla="*/ 0 w 9162288"/>
              <a:gd name="connsiteY8" fmla="*/ 121380 h 3187731"/>
              <a:gd name="connsiteX0" fmla="*/ 0 w 9162288"/>
              <a:gd name="connsiteY0" fmla="*/ 121380 h 3187731"/>
              <a:gd name="connsiteX1" fmla="*/ 2727960 w 9162288"/>
              <a:gd name="connsiteY1" fmla="*/ 42440 h 3187731"/>
              <a:gd name="connsiteX2" fmla="*/ 6595872 w 9162288"/>
              <a:gd name="connsiteY2" fmla="*/ 737799 h 3187731"/>
              <a:gd name="connsiteX3" fmla="*/ 9162288 w 9162288"/>
              <a:gd name="connsiteY3" fmla="*/ 209778 h 3187731"/>
              <a:gd name="connsiteX4" fmla="*/ 9153144 w 9162288"/>
              <a:gd name="connsiteY4" fmla="*/ 2740691 h 3187731"/>
              <a:gd name="connsiteX5" fmla="*/ 6995160 w 9162288"/>
              <a:gd name="connsiteY5" fmla="*/ 3124739 h 3187731"/>
              <a:gd name="connsiteX6" fmla="*/ 3279648 w 9162288"/>
              <a:gd name="connsiteY6" fmla="*/ 2362739 h 3187731"/>
              <a:gd name="connsiteX7" fmla="*/ 18288 w 9162288"/>
              <a:gd name="connsiteY7" fmla="*/ 3015011 h 3187731"/>
              <a:gd name="connsiteX8" fmla="*/ 0 w 9162288"/>
              <a:gd name="connsiteY8" fmla="*/ 121380 h 3187731"/>
              <a:gd name="connsiteX0" fmla="*/ 0 w 9162288"/>
              <a:gd name="connsiteY0" fmla="*/ 158964 h 3225315"/>
              <a:gd name="connsiteX1" fmla="*/ 2727960 w 9162288"/>
              <a:gd name="connsiteY1" fmla="*/ 80024 h 3225315"/>
              <a:gd name="connsiteX2" fmla="*/ 6595872 w 9162288"/>
              <a:gd name="connsiteY2" fmla="*/ 775383 h 3225315"/>
              <a:gd name="connsiteX3" fmla="*/ 9162288 w 9162288"/>
              <a:gd name="connsiteY3" fmla="*/ 247362 h 3225315"/>
              <a:gd name="connsiteX4" fmla="*/ 9153144 w 9162288"/>
              <a:gd name="connsiteY4" fmla="*/ 2778275 h 3225315"/>
              <a:gd name="connsiteX5" fmla="*/ 6995160 w 9162288"/>
              <a:gd name="connsiteY5" fmla="*/ 3162323 h 3225315"/>
              <a:gd name="connsiteX6" fmla="*/ 3279648 w 9162288"/>
              <a:gd name="connsiteY6" fmla="*/ 2400323 h 3225315"/>
              <a:gd name="connsiteX7" fmla="*/ 18288 w 9162288"/>
              <a:gd name="connsiteY7" fmla="*/ 3052595 h 3225315"/>
              <a:gd name="connsiteX8" fmla="*/ 0 w 9162288"/>
              <a:gd name="connsiteY8" fmla="*/ 158964 h 3225315"/>
              <a:gd name="connsiteX0" fmla="*/ 0 w 9162288"/>
              <a:gd name="connsiteY0" fmla="*/ 158964 h 3225315"/>
              <a:gd name="connsiteX1" fmla="*/ 2727960 w 9162288"/>
              <a:gd name="connsiteY1" fmla="*/ 80024 h 3225315"/>
              <a:gd name="connsiteX2" fmla="*/ 6595872 w 9162288"/>
              <a:gd name="connsiteY2" fmla="*/ 775383 h 3225315"/>
              <a:gd name="connsiteX3" fmla="*/ 9162288 w 9162288"/>
              <a:gd name="connsiteY3" fmla="*/ 247362 h 3225315"/>
              <a:gd name="connsiteX4" fmla="*/ 9153144 w 9162288"/>
              <a:gd name="connsiteY4" fmla="*/ 2778275 h 3225315"/>
              <a:gd name="connsiteX5" fmla="*/ 6995160 w 9162288"/>
              <a:gd name="connsiteY5" fmla="*/ 3162323 h 3225315"/>
              <a:gd name="connsiteX6" fmla="*/ 3279648 w 9162288"/>
              <a:gd name="connsiteY6" fmla="*/ 2400323 h 3225315"/>
              <a:gd name="connsiteX7" fmla="*/ 18288 w 9162288"/>
              <a:gd name="connsiteY7" fmla="*/ 3052595 h 3225315"/>
              <a:gd name="connsiteX8" fmla="*/ 0 w 9162288"/>
              <a:gd name="connsiteY8" fmla="*/ 158964 h 3225315"/>
              <a:gd name="connsiteX0" fmla="*/ 0 w 9162288"/>
              <a:gd name="connsiteY0" fmla="*/ 140794 h 3207145"/>
              <a:gd name="connsiteX1" fmla="*/ 2828544 w 9162288"/>
              <a:gd name="connsiteY1" fmla="*/ 80024 h 3207145"/>
              <a:gd name="connsiteX2" fmla="*/ 6595872 w 9162288"/>
              <a:gd name="connsiteY2" fmla="*/ 757213 h 3207145"/>
              <a:gd name="connsiteX3" fmla="*/ 9162288 w 9162288"/>
              <a:gd name="connsiteY3" fmla="*/ 229192 h 3207145"/>
              <a:gd name="connsiteX4" fmla="*/ 9153144 w 9162288"/>
              <a:gd name="connsiteY4" fmla="*/ 2760105 h 3207145"/>
              <a:gd name="connsiteX5" fmla="*/ 6995160 w 9162288"/>
              <a:gd name="connsiteY5" fmla="*/ 3144153 h 3207145"/>
              <a:gd name="connsiteX6" fmla="*/ 3279648 w 9162288"/>
              <a:gd name="connsiteY6" fmla="*/ 2382153 h 3207145"/>
              <a:gd name="connsiteX7" fmla="*/ 18288 w 9162288"/>
              <a:gd name="connsiteY7" fmla="*/ 3034425 h 3207145"/>
              <a:gd name="connsiteX8" fmla="*/ 0 w 9162288"/>
              <a:gd name="connsiteY8" fmla="*/ 140794 h 3207145"/>
              <a:gd name="connsiteX0" fmla="*/ 0 w 9162288"/>
              <a:gd name="connsiteY0" fmla="*/ 140794 h 3207145"/>
              <a:gd name="connsiteX1" fmla="*/ 2828544 w 9162288"/>
              <a:gd name="connsiteY1" fmla="*/ 80024 h 3207145"/>
              <a:gd name="connsiteX2" fmla="*/ 6595872 w 9162288"/>
              <a:gd name="connsiteY2" fmla="*/ 757213 h 3207145"/>
              <a:gd name="connsiteX3" fmla="*/ 9162288 w 9162288"/>
              <a:gd name="connsiteY3" fmla="*/ 229192 h 3207145"/>
              <a:gd name="connsiteX4" fmla="*/ 9153144 w 9162288"/>
              <a:gd name="connsiteY4" fmla="*/ 2760105 h 3207145"/>
              <a:gd name="connsiteX5" fmla="*/ 6995160 w 9162288"/>
              <a:gd name="connsiteY5" fmla="*/ 3144153 h 3207145"/>
              <a:gd name="connsiteX6" fmla="*/ 3279648 w 9162288"/>
              <a:gd name="connsiteY6" fmla="*/ 2382153 h 3207145"/>
              <a:gd name="connsiteX7" fmla="*/ 18288 w 9162288"/>
              <a:gd name="connsiteY7" fmla="*/ 3034425 h 3207145"/>
              <a:gd name="connsiteX8" fmla="*/ 0 w 9162288"/>
              <a:gd name="connsiteY8" fmla="*/ 140794 h 3207145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3279648 w 9162288"/>
              <a:gd name="connsiteY6" fmla="*/ 2382153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2865120 w 9162288"/>
              <a:gd name="connsiteY6" fmla="*/ 2307204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2865120 w 9162288"/>
              <a:gd name="connsiteY6" fmla="*/ 2307204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43297"/>
              <a:gd name="connsiteX1" fmla="*/ 2828544 w 9162288"/>
              <a:gd name="connsiteY1" fmla="*/ 80024 h 3043297"/>
              <a:gd name="connsiteX2" fmla="*/ 6595872 w 9162288"/>
              <a:gd name="connsiteY2" fmla="*/ 757213 h 3043297"/>
              <a:gd name="connsiteX3" fmla="*/ 9162288 w 9162288"/>
              <a:gd name="connsiteY3" fmla="*/ 229192 h 3043297"/>
              <a:gd name="connsiteX4" fmla="*/ 9153144 w 9162288"/>
              <a:gd name="connsiteY4" fmla="*/ 2760105 h 3043297"/>
              <a:gd name="connsiteX5" fmla="*/ 6690360 w 9162288"/>
              <a:gd name="connsiteY5" fmla="*/ 2746696 h 3043297"/>
              <a:gd name="connsiteX6" fmla="*/ 2865120 w 9162288"/>
              <a:gd name="connsiteY6" fmla="*/ 2307204 h 3043297"/>
              <a:gd name="connsiteX7" fmla="*/ 1619 w 9162288"/>
              <a:gd name="connsiteY7" fmla="*/ 3043297 h 3043297"/>
              <a:gd name="connsiteX8" fmla="*/ 0 w 9162288"/>
              <a:gd name="connsiteY8" fmla="*/ 140794 h 3043297"/>
              <a:gd name="connsiteX0" fmla="*/ 0 w 9153144"/>
              <a:gd name="connsiteY0" fmla="*/ 140794 h 3043297"/>
              <a:gd name="connsiteX1" fmla="*/ 2828544 w 9153144"/>
              <a:gd name="connsiteY1" fmla="*/ 80024 h 3043297"/>
              <a:gd name="connsiteX2" fmla="*/ 6595872 w 9153144"/>
              <a:gd name="connsiteY2" fmla="*/ 757213 h 3043297"/>
              <a:gd name="connsiteX3" fmla="*/ 9144533 w 9153144"/>
              <a:gd name="connsiteY3" fmla="*/ 230295 h 3043297"/>
              <a:gd name="connsiteX4" fmla="*/ 9153144 w 9153144"/>
              <a:gd name="connsiteY4" fmla="*/ 2760105 h 3043297"/>
              <a:gd name="connsiteX5" fmla="*/ 6690360 w 9153144"/>
              <a:gd name="connsiteY5" fmla="*/ 2746696 h 3043297"/>
              <a:gd name="connsiteX6" fmla="*/ 2865120 w 9153144"/>
              <a:gd name="connsiteY6" fmla="*/ 2307204 h 3043297"/>
              <a:gd name="connsiteX7" fmla="*/ 1619 w 9153144"/>
              <a:gd name="connsiteY7" fmla="*/ 3043297 h 3043297"/>
              <a:gd name="connsiteX8" fmla="*/ 0 w 9153144"/>
              <a:gd name="connsiteY8" fmla="*/ 140794 h 3043297"/>
              <a:gd name="connsiteX0" fmla="*/ 0 w 9147403"/>
              <a:gd name="connsiteY0" fmla="*/ 140794 h 3043297"/>
              <a:gd name="connsiteX1" fmla="*/ 2828544 w 9147403"/>
              <a:gd name="connsiteY1" fmla="*/ 80024 h 3043297"/>
              <a:gd name="connsiteX2" fmla="*/ 6595872 w 9147403"/>
              <a:gd name="connsiteY2" fmla="*/ 757213 h 3043297"/>
              <a:gd name="connsiteX3" fmla="*/ 9144533 w 9147403"/>
              <a:gd name="connsiteY3" fmla="*/ 230295 h 3043297"/>
              <a:gd name="connsiteX4" fmla="*/ 9141307 w 9147403"/>
              <a:gd name="connsiteY4" fmla="*/ 2761208 h 3043297"/>
              <a:gd name="connsiteX5" fmla="*/ 6690360 w 9147403"/>
              <a:gd name="connsiteY5" fmla="*/ 2746696 h 3043297"/>
              <a:gd name="connsiteX6" fmla="*/ 2865120 w 9147403"/>
              <a:gd name="connsiteY6" fmla="*/ 2307204 h 3043297"/>
              <a:gd name="connsiteX7" fmla="*/ 1619 w 9147403"/>
              <a:gd name="connsiteY7" fmla="*/ 3043297 h 3043297"/>
              <a:gd name="connsiteX8" fmla="*/ 0 w 9147403"/>
              <a:gd name="connsiteY8" fmla="*/ 140794 h 3043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7403" h="3043297">
                <a:moveTo>
                  <a:pt x="0" y="140794"/>
                </a:moveTo>
                <a:cubicBezTo>
                  <a:pt x="784860" y="19414"/>
                  <a:pt x="1778000" y="0"/>
                  <a:pt x="2828544" y="80024"/>
                </a:cubicBezTo>
                <a:cubicBezTo>
                  <a:pt x="3879088" y="160048"/>
                  <a:pt x="5543207" y="732168"/>
                  <a:pt x="6595872" y="757213"/>
                </a:cubicBezTo>
                <a:cubicBezTo>
                  <a:pt x="7648537" y="782258"/>
                  <a:pt x="8376437" y="535486"/>
                  <a:pt x="9144533" y="230295"/>
                </a:cubicBezTo>
                <a:cubicBezTo>
                  <a:pt x="9147403" y="1073565"/>
                  <a:pt x="9138437" y="1917938"/>
                  <a:pt x="9141307" y="2761208"/>
                </a:cubicBezTo>
                <a:cubicBezTo>
                  <a:pt x="8237575" y="2914438"/>
                  <a:pt x="7736391" y="2822363"/>
                  <a:pt x="6690360" y="2746696"/>
                </a:cubicBezTo>
                <a:cubicBezTo>
                  <a:pt x="5644329" y="2671029"/>
                  <a:pt x="3979910" y="2257771"/>
                  <a:pt x="2865120" y="2307204"/>
                </a:cubicBezTo>
                <a:cubicBezTo>
                  <a:pt x="1750330" y="2356637"/>
                  <a:pt x="734663" y="2709091"/>
                  <a:pt x="1619" y="3043297"/>
                </a:cubicBezTo>
                <a:cubicBezTo>
                  <a:pt x="1079" y="2075796"/>
                  <a:pt x="540" y="1108295"/>
                  <a:pt x="0" y="140794"/>
                </a:cubicBezTo>
                <a:close/>
              </a:path>
            </a:pathLst>
          </a:custGeom>
          <a:solidFill>
            <a:srgbClr val="40C6D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invGray">
          <a:xfrm>
            <a:off x="-509" y="1728216"/>
            <a:ext cx="12192863" cy="3309112"/>
          </a:xfrm>
          <a:custGeom>
            <a:avLst/>
            <a:gdLst>
              <a:gd name="connsiteX0" fmla="*/ 0 w 9153144"/>
              <a:gd name="connsiteY0" fmla="*/ 265176 h 3200400"/>
              <a:gd name="connsiteX1" fmla="*/ 2651760 w 9153144"/>
              <a:gd name="connsiteY1" fmla="*/ 0 h 3200400"/>
              <a:gd name="connsiteX2" fmla="*/ 6986016 w 9153144"/>
              <a:gd name="connsiteY2" fmla="*/ 758952 h 3200400"/>
              <a:gd name="connsiteX3" fmla="*/ 9153144 w 9153144"/>
              <a:gd name="connsiteY3" fmla="*/ 237744 h 3200400"/>
              <a:gd name="connsiteX4" fmla="*/ 9144000 w 9153144"/>
              <a:gd name="connsiteY4" fmla="*/ 2816352 h 3200400"/>
              <a:gd name="connsiteX5" fmla="*/ 6986016 w 9153144"/>
              <a:gd name="connsiteY5" fmla="*/ 3200400 h 3200400"/>
              <a:gd name="connsiteX6" fmla="*/ 3081528 w 9153144"/>
              <a:gd name="connsiteY6" fmla="*/ 2441448 h 3200400"/>
              <a:gd name="connsiteX7" fmla="*/ 9144 w 9153144"/>
              <a:gd name="connsiteY7" fmla="*/ 3090672 h 3200400"/>
              <a:gd name="connsiteX8" fmla="*/ 0 w 9153144"/>
              <a:gd name="connsiteY8" fmla="*/ 265176 h 3200400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560064"/>
              <a:gd name="connsiteX1" fmla="*/ 2651760 w 9153144"/>
              <a:gd name="connsiteY1" fmla="*/ 249936 h 3560064"/>
              <a:gd name="connsiteX2" fmla="*/ 6986016 w 9153144"/>
              <a:gd name="connsiteY2" fmla="*/ 1008888 h 3560064"/>
              <a:gd name="connsiteX3" fmla="*/ 9153144 w 9153144"/>
              <a:gd name="connsiteY3" fmla="*/ 487680 h 3560064"/>
              <a:gd name="connsiteX4" fmla="*/ 9144000 w 9153144"/>
              <a:gd name="connsiteY4" fmla="*/ 3066288 h 3560064"/>
              <a:gd name="connsiteX5" fmla="*/ 6986016 w 9153144"/>
              <a:gd name="connsiteY5" fmla="*/ 3450336 h 3560064"/>
              <a:gd name="connsiteX6" fmla="*/ 3081528 w 9153144"/>
              <a:gd name="connsiteY6" fmla="*/ 2691384 h 3560064"/>
              <a:gd name="connsiteX7" fmla="*/ 9144 w 9153144"/>
              <a:gd name="connsiteY7" fmla="*/ 3340608 h 3560064"/>
              <a:gd name="connsiteX8" fmla="*/ 0 w 9153144"/>
              <a:gd name="connsiteY8" fmla="*/ 515112 h 3560064"/>
              <a:gd name="connsiteX0" fmla="*/ 0 w 9153144"/>
              <a:gd name="connsiteY0" fmla="*/ 515112 h 3703320"/>
              <a:gd name="connsiteX1" fmla="*/ 2651760 w 9153144"/>
              <a:gd name="connsiteY1" fmla="*/ 249936 h 3703320"/>
              <a:gd name="connsiteX2" fmla="*/ 6986016 w 9153144"/>
              <a:gd name="connsiteY2" fmla="*/ 1008888 h 3703320"/>
              <a:gd name="connsiteX3" fmla="*/ 9153144 w 9153144"/>
              <a:gd name="connsiteY3" fmla="*/ 487680 h 3703320"/>
              <a:gd name="connsiteX4" fmla="*/ 9144000 w 9153144"/>
              <a:gd name="connsiteY4" fmla="*/ 3066288 h 3703320"/>
              <a:gd name="connsiteX5" fmla="*/ 6986016 w 9153144"/>
              <a:gd name="connsiteY5" fmla="*/ 3450336 h 3703320"/>
              <a:gd name="connsiteX6" fmla="*/ 3081528 w 9153144"/>
              <a:gd name="connsiteY6" fmla="*/ 2691384 h 3703320"/>
              <a:gd name="connsiteX7" fmla="*/ 9144 w 9153144"/>
              <a:gd name="connsiteY7" fmla="*/ 3340608 h 3703320"/>
              <a:gd name="connsiteX8" fmla="*/ 0 w 9153144"/>
              <a:gd name="connsiteY8" fmla="*/ 515112 h 3703320"/>
              <a:gd name="connsiteX0" fmla="*/ 0 w 9153144"/>
              <a:gd name="connsiteY0" fmla="*/ 370332 h 3558540"/>
              <a:gd name="connsiteX1" fmla="*/ 2651760 w 9153144"/>
              <a:gd name="connsiteY1" fmla="*/ 105156 h 3558540"/>
              <a:gd name="connsiteX2" fmla="*/ 6986016 w 9153144"/>
              <a:gd name="connsiteY2" fmla="*/ 864108 h 3558540"/>
              <a:gd name="connsiteX3" fmla="*/ 9153144 w 9153144"/>
              <a:gd name="connsiteY3" fmla="*/ 342900 h 3558540"/>
              <a:gd name="connsiteX4" fmla="*/ 9144000 w 9153144"/>
              <a:gd name="connsiteY4" fmla="*/ 2921508 h 3558540"/>
              <a:gd name="connsiteX5" fmla="*/ 6986016 w 9153144"/>
              <a:gd name="connsiteY5" fmla="*/ 3305556 h 3558540"/>
              <a:gd name="connsiteX6" fmla="*/ 3081528 w 9153144"/>
              <a:gd name="connsiteY6" fmla="*/ 2546604 h 3558540"/>
              <a:gd name="connsiteX7" fmla="*/ 9144 w 9153144"/>
              <a:gd name="connsiteY7" fmla="*/ 3195828 h 3558540"/>
              <a:gd name="connsiteX8" fmla="*/ 0 w 9153144"/>
              <a:gd name="connsiteY8" fmla="*/ 370332 h 3558540"/>
              <a:gd name="connsiteX0" fmla="*/ 0 w 9153144"/>
              <a:gd name="connsiteY0" fmla="*/ 347472 h 3535680"/>
              <a:gd name="connsiteX1" fmla="*/ 2651760 w 9153144"/>
              <a:gd name="connsiteY1" fmla="*/ 82296 h 3535680"/>
              <a:gd name="connsiteX2" fmla="*/ 6986016 w 9153144"/>
              <a:gd name="connsiteY2" fmla="*/ 841248 h 3535680"/>
              <a:gd name="connsiteX3" fmla="*/ 9153144 w 9153144"/>
              <a:gd name="connsiteY3" fmla="*/ 320040 h 3535680"/>
              <a:gd name="connsiteX4" fmla="*/ 9144000 w 9153144"/>
              <a:gd name="connsiteY4" fmla="*/ 2898648 h 3535680"/>
              <a:gd name="connsiteX5" fmla="*/ 6986016 w 9153144"/>
              <a:gd name="connsiteY5" fmla="*/ 3282696 h 3535680"/>
              <a:gd name="connsiteX6" fmla="*/ 3081528 w 9153144"/>
              <a:gd name="connsiteY6" fmla="*/ 2523744 h 3535680"/>
              <a:gd name="connsiteX7" fmla="*/ 9144 w 9153144"/>
              <a:gd name="connsiteY7" fmla="*/ 3172968 h 3535680"/>
              <a:gd name="connsiteX8" fmla="*/ 0 w 9153144"/>
              <a:gd name="connsiteY8" fmla="*/ 347472 h 3535680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6064"/>
              <a:gd name="connsiteX1" fmla="*/ 2651760 w 9153144"/>
              <a:gd name="connsiteY1" fmla="*/ 45720 h 3306064"/>
              <a:gd name="connsiteX2" fmla="*/ 6986016 w 9153144"/>
              <a:gd name="connsiteY2" fmla="*/ 804672 h 3306064"/>
              <a:gd name="connsiteX3" fmla="*/ 9153144 w 9153144"/>
              <a:gd name="connsiteY3" fmla="*/ 283464 h 3306064"/>
              <a:gd name="connsiteX4" fmla="*/ 9144000 w 9153144"/>
              <a:gd name="connsiteY4" fmla="*/ 2862072 h 3306064"/>
              <a:gd name="connsiteX5" fmla="*/ 6986016 w 9153144"/>
              <a:gd name="connsiteY5" fmla="*/ 3246120 h 3306064"/>
              <a:gd name="connsiteX6" fmla="*/ 3169920 w 9153144"/>
              <a:gd name="connsiteY6" fmla="*/ 2502408 h 3306064"/>
              <a:gd name="connsiteX7" fmla="*/ 9144 w 9153144"/>
              <a:gd name="connsiteY7" fmla="*/ 3136392 h 3306064"/>
              <a:gd name="connsiteX8" fmla="*/ 0 w 9153144"/>
              <a:gd name="connsiteY8" fmla="*/ 310896 h 3306064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381 w 9153525"/>
              <a:gd name="connsiteY0" fmla="*/ 310896 h 3309112"/>
              <a:gd name="connsiteX1" fmla="*/ 2652141 w 9153525"/>
              <a:gd name="connsiteY1" fmla="*/ 45720 h 3309112"/>
              <a:gd name="connsiteX2" fmla="*/ 6986397 w 9153525"/>
              <a:gd name="connsiteY2" fmla="*/ 804672 h 3309112"/>
              <a:gd name="connsiteX3" fmla="*/ 9153525 w 9153525"/>
              <a:gd name="connsiteY3" fmla="*/ 283464 h 3309112"/>
              <a:gd name="connsiteX4" fmla="*/ 9144381 w 9153525"/>
              <a:gd name="connsiteY4" fmla="*/ 2862072 h 3309112"/>
              <a:gd name="connsiteX5" fmla="*/ 6986397 w 9153525"/>
              <a:gd name="connsiteY5" fmla="*/ 3246120 h 3309112"/>
              <a:gd name="connsiteX6" fmla="*/ 3270885 w 9153525"/>
              <a:gd name="connsiteY6" fmla="*/ 2484120 h 3309112"/>
              <a:gd name="connsiteX7" fmla="*/ 0 w 9153525"/>
              <a:gd name="connsiteY7" fmla="*/ 3143536 h 3309112"/>
              <a:gd name="connsiteX8" fmla="*/ 381 w 9153525"/>
              <a:gd name="connsiteY8" fmla="*/ 310896 h 3309112"/>
              <a:gd name="connsiteX0" fmla="*/ 381 w 9144647"/>
              <a:gd name="connsiteY0" fmla="*/ 310896 h 3309112"/>
              <a:gd name="connsiteX1" fmla="*/ 2652141 w 9144647"/>
              <a:gd name="connsiteY1" fmla="*/ 45720 h 3309112"/>
              <a:gd name="connsiteX2" fmla="*/ 6986397 w 9144647"/>
              <a:gd name="connsiteY2" fmla="*/ 804672 h 3309112"/>
              <a:gd name="connsiteX3" fmla="*/ 9144647 w 9144647"/>
              <a:gd name="connsiteY3" fmla="*/ 290862 h 3309112"/>
              <a:gd name="connsiteX4" fmla="*/ 9144381 w 9144647"/>
              <a:gd name="connsiteY4" fmla="*/ 2862072 h 3309112"/>
              <a:gd name="connsiteX5" fmla="*/ 6986397 w 9144647"/>
              <a:gd name="connsiteY5" fmla="*/ 3246120 h 3309112"/>
              <a:gd name="connsiteX6" fmla="*/ 3270885 w 9144647"/>
              <a:gd name="connsiteY6" fmla="*/ 2484120 h 3309112"/>
              <a:gd name="connsiteX7" fmla="*/ 0 w 9144647"/>
              <a:gd name="connsiteY7" fmla="*/ 3143536 h 3309112"/>
              <a:gd name="connsiteX8" fmla="*/ 381 w 9144647"/>
              <a:gd name="connsiteY8" fmla="*/ 310896 h 330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647" h="3309112">
                <a:moveTo>
                  <a:pt x="381" y="310896"/>
                </a:moveTo>
                <a:cubicBezTo>
                  <a:pt x="779145" y="155448"/>
                  <a:pt x="1484757" y="0"/>
                  <a:pt x="2652141" y="45720"/>
                </a:cubicBezTo>
                <a:cubicBezTo>
                  <a:pt x="3819525" y="91440"/>
                  <a:pt x="5904313" y="763815"/>
                  <a:pt x="6986397" y="804672"/>
                </a:cubicBezTo>
                <a:cubicBezTo>
                  <a:pt x="8068481" y="845529"/>
                  <a:pt x="8437511" y="566706"/>
                  <a:pt x="9144647" y="290862"/>
                </a:cubicBezTo>
                <a:cubicBezTo>
                  <a:pt x="9144558" y="1147932"/>
                  <a:pt x="9144470" y="2005002"/>
                  <a:pt x="9144381" y="2862072"/>
                </a:cubicBezTo>
                <a:cubicBezTo>
                  <a:pt x="8450961" y="3142488"/>
                  <a:pt x="7965313" y="3309112"/>
                  <a:pt x="6986397" y="3246120"/>
                </a:cubicBezTo>
                <a:cubicBezTo>
                  <a:pt x="6007481" y="3183128"/>
                  <a:pt x="4435284" y="2501217"/>
                  <a:pt x="3270885" y="2484120"/>
                </a:cubicBezTo>
                <a:cubicBezTo>
                  <a:pt x="2106486" y="2467023"/>
                  <a:pt x="830580" y="2857024"/>
                  <a:pt x="0" y="3143536"/>
                </a:cubicBezTo>
                <a:lnTo>
                  <a:pt x="381" y="3108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265664" y="1298448"/>
            <a:ext cx="1316736" cy="9875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9351264" y="1929384"/>
            <a:ext cx="682752" cy="512064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914400" y="4114800"/>
            <a:ext cx="1621536" cy="121615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829056" y="2212847"/>
            <a:ext cx="10570464" cy="2203704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glow" dir="t">
                <a:rot lat="0" lon="0" rev="5400000"/>
              </a:lightRig>
            </a:scene3d>
            <a:sp3d extrusionH="57150" contourW="12700">
              <a:bevelT w="25400" h="25400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8000">
                      <a:schemeClr val="accent1">
                        <a:lumMod val="60000"/>
                        <a:lumOff val="40000"/>
                      </a:schemeClr>
                    </a:gs>
                    <a:gs pos="57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80010" dist="4064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486400"/>
            <a:ext cx="8534400" cy="667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 pitchFamily="2" charset="2"/>
              <a:buNone/>
              <a:defRPr lang="en-US" sz="200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41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609600" y="1801368"/>
            <a:ext cx="109728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10887456" y="667512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509504" y="1353312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377952" y="786384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 vert="horz" lIns="91440" tIns="45720" rIns="91440" bIns="45720" rtlCol="0" anchor="ctr">
            <a:noAutofit/>
            <a:scene3d>
              <a:camera prst="orthographicFront"/>
              <a:lightRig rig="glow" dir="t">
                <a:rot lat="0" lon="0" rev="5400000"/>
              </a:lightRig>
            </a:scene3d>
            <a:sp3d extrusionH="57150" contourW="12700">
              <a:bevelT w="25400" h="25400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8000">
                      <a:schemeClr val="accent1">
                        <a:lumMod val="60000"/>
                        <a:lumOff val="40000"/>
                      </a:schemeClr>
                    </a:gs>
                    <a:gs pos="57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80010" dist="4064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4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 bwMode="gray">
          <a:xfrm>
            <a:off x="0" y="426720"/>
            <a:ext cx="12192000" cy="4526280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0 h 4756452"/>
              <a:gd name="connsiteX1" fmla="*/ 0 w 9153196"/>
              <a:gd name="connsiteY1" fmla="*/ 4756452 h 4756452"/>
              <a:gd name="connsiteX2" fmla="*/ 2980996 w 9153196"/>
              <a:gd name="connsiteY2" fmla="*/ 4235436 h 4756452"/>
              <a:gd name="connsiteX3" fmla="*/ 6739180 w 9153196"/>
              <a:gd name="connsiteY3" fmla="*/ 4592052 h 4756452"/>
              <a:gd name="connsiteX4" fmla="*/ 9144052 w 9153196"/>
              <a:gd name="connsiteY4" fmla="*/ 4381740 h 4756452"/>
              <a:gd name="connsiteX5" fmla="*/ 9153196 w 9153196"/>
              <a:gd name="connsiteY5" fmla="*/ 3275316 h 4756452"/>
              <a:gd name="connsiteX6" fmla="*/ 52 w 9153196"/>
              <a:gd name="connsiteY6" fmla="*/ 0 h 4756452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4052 w 9153196"/>
              <a:gd name="connsiteY4" fmla="*/ 4383024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3996431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7 w 9153196"/>
              <a:gd name="connsiteY3" fmla="*/ 4518094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808828"/>
              <a:gd name="connsiteX1" fmla="*/ 0 w 9153196"/>
              <a:gd name="connsiteY1" fmla="*/ 4757736 h 4808828"/>
              <a:gd name="connsiteX2" fmla="*/ 2983307 w 9153196"/>
              <a:gd name="connsiteY2" fmla="*/ 3938179 h 4808828"/>
              <a:gd name="connsiteX3" fmla="*/ 6766918 w 9153196"/>
              <a:gd name="connsiteY3" fmla="*/ 4459842 h 4808828"/>
              <a:gd name="connsiteX4" fmla="*/ 9149297 w 9153196"/>
              <a:gd name="connsiteY4" fmla="*/ 4461355 h 4808828"/>
              <a:gd name="connsiteX5" fmla="*/ 9153196 w 9153196"/>
              <a:gd name="connsiteY5" fmla="*/ 0 h 4808828"/>
              <a:gd name="connsiteX6" fmla="*/ 52 w 9153196"/>
              <a:gd name="connsiteY6" fmla="*/ 1284 h 4808828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4757736">
                <a:moveTo>
                  <a:pt x="52" y="1284"/>
                </a:moveTo>
                <a:cubicBezTo>
                  <a:pt x="35" y="491948"/>
                  <a:pt x="17" y="4267072"/>
                  <a:pt x="0" y="4757736"/>
                </a:cubicBezTo>
                <a:cubicBezTo>
                  <a:pt x="402972" y="4559785"/>
                  <a:pt x="1992246" y="3966388"/>
                  <a:pt x="3115058" y="3911480"/>
                </a:cubicBezTo>
                <a:cubicBezTo>
                  <a:pt x="4237870" y="3856572"/>
                  <a:pt x="5939190" y="4331788"/>
                  <a:pt x="6736870" y="4428289"/>
                </a:cubicBezTo>
                <a:cubicBezTo>
                  <a:pt x="7534550" y="4524790"/>
                  <a:pt x="8253185" y="4658343"/>
                  <a:pt x="9149297" y="4461355"/>
                </a:cubicBezTo>
                <a:cubicBezTo>
                  <a:pt x="9150597" y="3000127"/>
                  <a:pt x="9151896" y="1461228"/>
                  <a:pt x="9153196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Freeform 6"/>
          <p:cNvSpPr/>
          <p:nvPr/>
        </p:nvSpPr>
        <p:spPr bwMode="invGray">
          <a:xfrm>
            <a:off x="-69" y="0"/>
            <a:ext cx="12192000" cy="4526280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0 h 4756452"/>
              <a:gd name="connsiteX1" fmla="*/ 0 w 9153196"/>
              <a:gd name="connsiteY1" fmla="*/ 4756452 h 4756452"/>
              <a:gd name="connsiteX2" fmla="*/ 2980996 w 9153196"/>
              <a:gd name="connsiteY2" fmla="*/ 4235436 h 4756452"/>
              <a:gd name="connsiteX3" fmla="*/ 6739180 w 9153196"/>
              <a:gd name="connsiteY3" fmla="*/ 4592052 h 4756452"/>
              <a:gd name="connsiteX4" fmla="*/ 9144052 w 9153196"/>
              <a:gd name="connsiteY4" fmla="*/ 4381740 h 4756452"/>
              <a:gd name="connsiteX5" fmla="*/ 9153196 w 9153196"/>
              <a:gd name="connsiteY5" fmla="*/ 3275316 h 4756452"/>
              <a:gd name="connsiteX6" fmla="*/ 52 w 9153196"/>
              <a:gd name="connsiteY6" fmla="*/ 0 h 4756452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4052 w 9153196"/>
              <a:gd name="connsiteY4" fmla="*/ 4383024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4757736">
                <a:moveTo>
                  <a:pt x="52" y="1284"/>
                </a:moveTo>
                <a:cubicBezTo>
                  <a:pt x="35" y="491948"/>
                  <a:pt x="17" y="4267072"/>
                  <a:pt x="0" y="4757736"/>
                </a:cubicBezTo>
                <a:cubicBezTo>
                  <a:pt x="414528" y="4596192"/>
                  <a:pt x="1857799" y="4264120"/>
                  <a:pt x="2980996" y="4236720"/>
                </a:cubicBezTo>
                <a:cubicBezTo>
                  <a:pt x="4104193" y="4209320"/>
                  <a:pt x="5900665" y="4503309"/>
                  <a:pt x="6739180" y="4593336"/>
                </a:cubicBezTo>
                <a:cubicBezTo>
                  <a:pt x="7577695" y="4683363"/>
                  <a:pt x="8253185" y="4731157"/>
                  <a:pt x="9149297" y="4383685"/>
                </a:cubicBezTo>
                <a:cubicBezTo>
                  <a:pt x="9150597" y="2922457"/>
                  <a:pt x="9151896" y="1461228"/>
                  <a:pt x="9153196" y="0"/>
                </a:cubicBezTo>
                <a:lnTo>
                  <a:pt x="52" y="128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69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753344" y="3849624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387584" y="4535424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402336" y="3840480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524000" y="5129785"/>
            <a:ext cx="9717024" cy="1362075"/>
          </a:xfr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000" b="1" kern="1200" cap="all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1524000" y="4425696"/>
            <a:ext cx="9717024" cy="7132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7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>
            <a:off x="0" y="0"/>
            <a:ext cx="12192000" cy="1929384"/>
          </a:xfrm>
          <a:custGeom>
            <a:avLst/>
            <a:gdLst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2104644"/>
              <a:gd name="connsiteX1" fmla="*/ 0 w 9144000"/>
              <a:gd name="connsiteY1" fmla="*/ 1929384 h 2104644"/>
              <a:gd name="connsiteX2" fmla="*/ 2971800 w 9144000"/>
              <a:gd name="connsiteY2" fmla="*/ 1307592 h 2104644"/>
              <a:gd name="connsiteX3" fmla="*/ 9134856 w 9144000"/>
              <a:gd name="connsiteY3" fmla="*/ 1609344 h 2104644"/>
              <a:gd name="connsiteX4" fmla="*/ 9144000 w 9144000"/>
              <a:gd name="connsiteY4" fmla="*/ 0 h 2104644"/>
              <a:gd name="connsiteX5" fmla="*/ 8503920 w 9144000"/>
              <a:gd name="connsiteY5" fmla="*/ 0 h 2104644"/>
              <a:gd name="connsiteX6" fmla="*/ 3858768 w 9144000"/>
              <a:gd name="connsiteY6" fmla="*/ 320040 h 2104644"/>
              <a:gd name="connsiteX7" fmla="*/ 0 w 9144000"/>
              <a:gd name="connsiteY7" fmla="*/ 256032 h 210464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1929384">
                <a:moveTo>
                  <a:pt x="0" y="256032"/>
                </a:moveTo>
                <a:lnTo>
                  <a:pt x="0" y="1929384"/>
                </a:lnTo>
                <a:cubicBezTo>
                  <a:pt x="574548" y="1726692"/>
                  <a:pt x="1449324" y="1360932"/>
                  <a:pt x="2971800" y="1307592"/>
                </a:cubicBezTo>
                <a:cubicBezTo>
                  <a:pt x="4494276" y="1254252"/>
                  <a:pt x="7606284" y="1872996"/>
                  <a:pt x="9134856" y="1609344"/>
                </a:cubicBezTo>
                <a:lnTo>
                  <a:pt x="9144000" y="0"/>
                </a:lnTo>
                <a:lnTo>
                  <a:pt x="8503920" y="0"/>
                </a:lnTo>
                <a:cubicBezTo>
                  <a:pt x="7543800" y="844296"/>
                  <a:pt x="5111496" y="420624"/>
                  <a:pt x="3858768" y="320040"/>
                </a:cubicBezTo>
                <a:cubicBezTo>
                  <a:pt x="2606040" y="219456"/>
                  <a:pt x="1435608" y="76200"/>
                  <a:pt x="0" y="256032"/>
                </a:cubicBezTo>
                <a:close/>
              </a:path>
            </a:pathLst>
          </a:custGeom>
          <a:solidFill>
            <a:srgbClr val="40C6D8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8"/>
          <p:cNvSpPr/>
          <p:nvPr/>
        </p:nvSpPr>
        <p:spPr bwMode="invGray">
          <a:xfrm>
            <a:off x="-509" y="228600"/>
            <a:ext cx="12192508" cy="1409700"/>
          </a:xfrm>
          <a:custGeom>
            <a:avLst/>
            <a:gdLst>
              <a:gd name="connsiteX0" fmla="*/ 0 w 9144000"/>
              <a:gd name="connsiteY0" fmla="*/ 393192 h 1344168"/>
              <a:gd name="connsiteX1" fmla="*/ 4544568 w 9144000"/>
              <a:gd name="connsiteY1" fmla="*/ 201168 h 1344168"/>
              <a:gd name="connsiteX2" fmla="*/ 9144000 w 9144000"/>
              <a:gd name="connsiteY2" fmla="*/ 0 h 1344168"/>
              <a:gd name="connsiteX3" fmla="*/ 9144000 w 9144000"/>
              <a:gd name="connsiteY3" fmla="*/ 1042416 h 1344168"/>
              <a:gd name="connsiteX4" fmla="*/ 4407408 w 9144000"/>
              <a:gd name="connsiteY4" fmla="*/ 978408 h 1344168"/>
              <a:gd name="connsiteX5" fmla="*/ 9144 w 9144000"/>
              <a:gd name="connsiteY5" fmla="*/ 1344168 h 1344168"/>
              <a:gd name="connsiteX6" fmla="*/ 0 w 9144000"/>
              <a:gd name="connsiteY6" fmla="*/ 393192 h 1344168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475232"/>
              <a:gd name="connsiteX1" fmla="*/ 4544568 w 9144000"/>
              <a:gd name="connsiteY1" fmla="*/ 234696 h 1475232"/>
              <a:gd name="connsiteX2" fmla="*/ 9144000 w 9144000"/>
              <a:gd name="connsiteY2" fmla="*/ 33528 h 1475232"/>
              <a:gd name="connsiteX3" fmla="*/ 9144000 w 9144000"/>
              <a:gd name="connsiteY3" fmla="*/ 1075944 h 1475232"/>
              <a:gd name="connsiteX4" fmla="*/ 4407408 w 9144000"/>
              <a:gd name="connsiteY4" fmla="*/ 1011936 h 1475232"/>
              <a:gd name="connsiteX5" fmla="*/ 9144 w 9144000"/>
              <a:gd name="connsiteY5" fmla="*/ 1377696 h 1475232"/>
              <a:gd name="connsiteX6" fmla="*/ 0 w 9144000"/>
              <a:gd name="connsiteY6" fmla="*/ 426720 h 1475232"/>
              <a:gd name="connsiteX0" fmla="*/ 0 w 9144000"/>
              <a:gd name="connsiteY0" fmla="*/ 426720 h 1475232"/>
              <a:gd name="connsiteX1" fmla="*/ 4544568 w 9144000"/>
              <a:gd name="connsiteY1" fmla="*/ 234696 h 1475232"/>
              <a:gd name="connsiteX2" fmla="*/ 9144000 w 9144000"/>
              <a:gd name="connsiteY2" fmla="*/ 33528 h 1475232"/>
              <a:gd name="connsiteX3" fmla="*/ 9144000 w 9144000"/>
              <a:gd name="connsiteY3" fmla="*/ 1075944 h 1475232"/>
              <a:gd name="connsiteX4" fmla="*/ 4407408 w 9144000"/>
              <a:gd name="connsiteY4" fmla="*/ 1011936 h 1475232"/>
              <a:gd name="connsiteX5" fmla="*/ 9144 w 9144000"/>
              <a:gd name="connsiteY5" fmla="*/ 1377696 h 1475232"/>
              <a:gd name="connsiteX6" fmla="*/ 0 w 9144000"/>
              <a:gd name="connsiteY6" fmla="*/ 426720 h 1475232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409700"/>
              <a:gd name="connsiteX1" fmla="*/ 4544568 w 9144000"/>
              <a:gd name="connsiteY1" fmla="*/ 234696 h 1409700"/>
              <a:gd name="connsiteX2" fmla="*/ 9144000 w 9144000"/>
              <a:gd name="connsiteY2" fmla="*/ 33528 h 1409700"/>
              <a:gd name="connsiteX3" fmla="*/ 9144000 w 9144000"/>
              <a:gd name="connsiteY3" fmla="*/ 1075944 h 1409700"/>
              <a:gd name="connsiteX4" fmla="*/ 4407408 w 9144000"/>
              <a:gd name="connsiteY4" fmla="*/ 1011936 h 1409700"/>
              <a:gd name="connsiteX5" fmla="*/ 9144 w 9144000"/>
              <a:gd name="connsiteY5" fmla="*/ 1377696 h 1409700"/>
              <a:gd name="connsiteX6" fmla="*/ 0 w 9144000"/>
              <a:gd name="connsiteY6" fmla="*/ 426720 h 1409700"/>
              <a:gd name="connsiteX0" fmla="*/ 381 w 9144381"/>
              <a:gd name="connsiteY0" fmla="*/ 426720 h 1409700"/>
              <a:gd name="connsiteX1" fmla="*/ 4544949 w 9144381"/>
              <a:gd name="connsiteY1" fmla="*/ 234696 h 1409700"/>
              <a:gd name="connsiteX2" fmla="*/ 9144381 w 9144381"/>
              <a:gd name="connsiteY2" fmla="*/ 33528 h 1409700"/>
              <a:gd name="connsiteX3" fmla="*/ 9144381 w 9144381"/>
              <a:gd name="connsiteY3" fmla="*/ 1075944 h 1409700"/>
              <a:gd name="connsiteX4" fmla="*/ 4407789 w 9144381"/>
              <a:gd name="connsiteY4" fmla="*/ 1011936 h 1409700"/>
              <a:gd name="connsiteX5" fmla="*/ 0 w 9144381"/>
              <a:gd name="connsiteY5" fmla="*/ 1384071 h 1409700"/>
              <a:gd name="connsiteX6" fmla="*/ 381 w 9144381"/>
              <a:gd name="connsiteY6" fmla="*/ 42672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381" h="1409700">
                <a:moveTo>
                  <a:pt x="381" y="426720"/>
                </a:moveTo>
                <a:cubicBezTo>
                  <a:pt x="1664589" y="0"/>
                  <a:pt x="3036189" y="134112"/>
                  <a:pt x="4544949" y="234696"/>
                </a:cubicBezTo>
                <a:cubicBezTo>
                  <a:pt x="6053709" y="335280"/>
                  <a:pt x="8239125" y="509016"/>
                  <a:pt x="9144381" y="33528"/>
                </a:cubicBezTo>
                <a:lnTo>
                  <a:pt x="9144381" y="1075944"/>
                </a:lnTo>
                <a:cubicBezTo>
                  <a:pt x="8004429" y="1409700"/>
                  <a:pt x="5931852" y="960582"/>
                  <a:pt x="4407789" y="1011936"/>
                </a:cubicBezTo>
                <a:cubicBezTo>
                  <a:pt x="2883726" y="1063290"/>
                  <a:pt x="1237488" y="1109751"/>
                  <a:pt x="0" y="1384071"/>
                </a:cubicBezTo>
                <a:lnTo>
                  <a:pt x="381" y="4267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1082528" y="100584"/>
            <a:ext cx="816864" cy="61264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082784" y="173736"/>
            <a:ext cx="487680" cy="365760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280416" y="932688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7452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7452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37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24328"/>
            <a:ext cx="5386917" cy="369417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624328"/>
            <a:ext cx="5389033" cy="369417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Oval 9"/>
          <p:cNvSpPr/>
          <p:nvPr/>
        </p:nvSpPr>
        <p:spPr bwMode="gray">
          <a:xfrm>
            <a:off x="10972800" y="1005840"/>
            <a:ext cx="816864" cy="61264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265664" y="969264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77952" y="786384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87452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black">
          <a:xfrm>
            <a:off x="6193368" y="187452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0017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 bwMode="gray">
          <a:xfrm>
            <a:off x="0" y="1"/>
            <a:ext cx="12200827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Freeform 5"/>
          <p:cNvSpPr/>
          <p:nvPr/>
        </p:nvSpPr>
        <p:spPr bwMode="invGray">
          <a:xfrm>
            <a:off x="-69" y="-1972"/>
            <a:ext cx="12192069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/>
          <p:cNvSpPr/>
          <p:nvPr/>
        </p:nvSpPr>
        <p:spPr bwMode="gray">
          <a:xfrm>
            <a:off x="10765536" y="3840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9997440" y="429768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280416" y="210312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46176" y="813816"/>
            <a:ext cx="109728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9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 bwMode="invGray">
          <a:xfrm>
            <a:off x="-69" y="-1972"/>
            <a:ext cx="12200896" cy="1283795"/>
            <a:chOff x="-52" y="-1972"/>
            <a:chExt cx="9150672" cy="1283795"/>
          </a:xfrm>
        </p:grpSpPr>
        <p:sp>
          <p:nvSpPr>
            <p:cNvPr id="6" name="Freeform 5"/>
            <p:cNvSpPr/>
            <p:nvPr userDrawn="1"/>
          </p:nvSpPr>
          <p:spPr bwMode="invGray">
            <a:xfrm>
              <a:off x="0" y="1"/>
              <a:ext cx="9150620" cy="128182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50620" h="1470041">
                  <a:moveTo>
                    <a:pt x="52" y="1284"/>
                  </a:moveTo>
                  <a:cubicBezTo>
                    <a:pt x="35" y="491948"/>
                    <a:pt x="17" y="761872"/>
                    <a:pt x="0" y="1252536"/>
                  </a:cubicBezTo>
                  <a:cubicBezTo>
                    <a:pt x="304800" y="1097088"/>
                    <a:pt x="1803165" y="328826"/>
                    <a:pt x="3622738" y="425264"/>
                  </a:cubicBezTo>
                  <a:cubicBezTo>
                    <a:pt x="5442311" y="521702"/>
                    <a:pt x="6970396" y="1470041"/>
                    <a:pt x="9144052" y="877824"/>
                  </a:cubicBezTo>
                  <a:cubicBezTo>
                    <a:pt x="9146241" y="585216"/>
                    <a:pt x="9148431" y="292608"/>
                    <a:pt x="9150620" y="0"/>
                  </a:cubicBezTo>
                  <a:lnTo>
                    <a:pt x="5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Freeform 6"/>
            <p:cNvSpPr/>
            <p:nvPr userDrawn="1"/>
          </p:nvSpPr>
          <p:spPr bwMode="invGray">
            <a:xfrm>
              <a:off x="-52" y="-1972"/>
              <a:ext cx="9144052" cy="109417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4052" h="1282732">
                  <a:moveTo>
                    <a:pt x="2371" y="1971"/>
                  </a:moveTo>
                  <a:cubicBezTo>
                    <a:pt x="1581" y="305263"/>
                    <a:pt x="790" y="446133"/>
                    <a:pt x="0" y="749425"/>
                  </a:cubicBezTo>
                  <a:cubicBezTo>
                    <a:pt x="414528" y="587881"/>
                    <a:pt x="1394642" y="355830"/>
                    <a:pt x="3114923" y="315034"/>
                  </a:cubicBezTo>
                  <a:cubicBezTo>
                    <a:pt x="4835204" y="274238"/>
                    <a:pt x="7500499" y="1282732"/>
                    <a:pt x="9144052" y="537135"/>
                  </a:cubicBezTo>
                  <a:cubicBezTo>
                    <a:pt x="9143751" y="358090"/>
                    <a:pt x="9143451" y="179045"/>
                    <a:pt x="9143150" y="0"/>
                  </a:cubicBezTo>
                  <a:lnTo>
                    <a:pt x="2371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8" name="Oval 7"/>
          <p:cNvSpPr/>
          <p:nvPr/>
        </p:nvSpPr>
        <p:spPr bwMode="gray">
          <a:xfrm>
            <a:off x="10765536" y="3840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9997440" y="429768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280416" y="210312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1333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invGray">
          <a:xfrm rot="16200000">
            <a:off x="-2709598" y="2703653"/>
            <a:ext cx="6891618" cy="1472419"/>
            <a:chOff x="-18448" y="-1967"/>
            <a:chExt cx="9176991" cy="1292024"/>
          </a:xfrm>
        </p:grpSpPr>
        <p:sp>
          <p:nvSpPr>
            <p:cNvPr id="9" name="Freeform 8"/>
            <p:cNvSpPr/>
            <p:nvPr userDrawn="1"/>
          </p:nvSpPr>
          <p:spPr bwMode="invGray">
            <a:xfrm>
              <a:off x="-18448" y="5"/>
              <a:ext cx="9176991" cy="129005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18502 w 9169070"/>
                <a:gd name="connsiteY0" fmla="*/ 1284 h 1489619"/>
                <a:gd name="connsiteX1" fmla="*/ 0 w 9169070"/>
                <a:gd name="connsiteY1" fmla="*/ 1489619 h 1489619"/>
                <a:gd name="connsiteX2" fmla="*/ 3641188 w 9169070"/>
                <a:gd name="connsiteY2" fmla="*/ 425264 h 1489619"/>
                <a:gd name="connsiteX3" fmla="*/ 9162502 w 9169070"/>
                <a:gd name="connsiteY3" fmla="*/ 877824 h 1489619"/>
                <a:gd name="connsiteX4" fmla="*/ 9169070 w 9169070"/>
                <a:gd name="connsiteY4" fmla="*/ 0 h 1489619"/>
                <a:gd name="connsiteX5" fmla="*/ 18502 w 9169070"/>
                <a:gd name="connsiteY5" fmla="*/ 1284 h 1489619"/>
                <a:gd name="connsiteX0" fmla="*/ 18502 w 9169070"/>
                <a:gd name="connsiteY0" fmla="*/ 1284 h 1654092"/>
                <a:gd name="connsiteX1" fmla="*/ 0 w 9169070"/>
                <a:gd name="connsiteY1" fmla="*/ 1489619 h 1654092"/>
                <a:gd name="connsiteX2" fmla="*/ 3641188 w 9169070"/>
                <a:gd name="connsiteY2" fmla="*/ 425264 h 1654092"/>
                <a:gd name="connsiteX3" fmla="*/ 9137904 w 9169070"/>
                <a:gd name="connsiteY3" fmla="*/ 1061874 h 1654092"/>
                <a:gd name="connsiteX4" fmla="*/ 9169070 w 9169070"/>
                <a:gd name="connsiteY4" fmla="*/ 0 h 1654092"/>
                <a:gd name="connsiteX5" fmla="*/ 18502 w 916907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41188 w 9176990"/>
                <a:gd name="connsiteY2" fmla="*/ 42526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87310 w 9176990"/>
                <a:gd name="connsiteY2" fmla="*/ 649870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0119 w 9176990"/>
                <a:gd name="connsiteY2" fmla="*/ 555828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9344 w 9176990"/>
                <a:gd name="connsiteY2" fmla="*/ 51527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95308 w 9176990"/>
                <a:gd name="connsiteY3" fmla="*/ 114570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6990" h="1489619">
                  <a:moveTo>
                    <a:pt x="18502" y="1284"/>
                  </a:moveTo>
                  <a:cubicBezTo>
                    <a:pt x="18485" y="491948"/>
                    <a:pt x="17" y="998955"/>
                    <a:pt x="0" y="1489619"/>
                  </a:cubicBezTo>
                  <a:cubicBezTo>
                    <a:pt x="304800" y="1334171"/>
                    <a:pt x="2076793" y="572593"/>
                    <a:pt x="3209344" y="515274"/>
                  </a:cubicBezTo>
                  <a:cubicBezTo>
                    <a:pt x="4341895" y="457955"/>
                    <a:pt x="5743827" y="772070"/>
                    <a:pt x="6307596" y="941158"/>
                  </a:cubicBezTo>
                  <a:cubicBezTo>
                    <a:pt x="6871365" y="1110246"/>
                    <a:pt x="8191884" y="1377605"/>
                    <a:pt x="9174801" y="1061875"/>
                  </a:cubicBezTo>
                  <a:cubicBezTo>
                    <a:pt x="9176990" y="769267"/>
                    <a:pt x="9166881" y="292608"/>
                    <a:pt x="9169070" y="0"/>
                  </a:cubicBezTo>
                  <a:lnTo>
                    <a:pt x="1850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invGray">
            <a:xfrm>
              <a:off x="1533" y="-1967"/>
              <a:ext cx="9149091" cy="126639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570664"/>
                <a:gd name="connsiteX1" fmla="*/ 0 w 9144052"/>
                <a:gd name="connsiteY1" fmla="*/ 749425 h 1570664"/>
                <a:gd name="connsiteX2" fmla="*/ 3114923 w 9144052"/>
                <a:gd name="connsiteY2" fmla="*/ 315034 h 1570664"/>
                <a:gd name="connsiteX3" fmla="*/ 9144052 w 9144052"/>
                <a:gd name="connsiteY3" fmla="*/ 825067 h 1570664"/>
                <a:gd name="connsiteX4" fmla="*/ 9143150 w 9144052"/>
                <a:gd name="connsiteY4" fmla="*/ 0 h 1570664"/>
                <a:gd name="connsiteX5" fmla="*/ 2371 w 9144052"/>
                <a:gd name="connsiteY5" fmla="*/ 1971 h 1570664"/>
                <a:gd name="connsiteX0" fmla="*/ 2371 w 9144052"/>
                <a:gd name="connsiteY0" fmla="*/ 1971 h 1986563"/>
                <a:gd name="connsiteX1" fmla="*/ 0 w 9144052"/>
                <a:gd name="connsiteY1" fmla="*/ 749425 h 1986563"/>
                <a:gd name="connsiteX2" fmla="*/ 3114923 w 9144052"/>
                <a:gd name="connsiteY2" fmla="*/ 315034 h 1986563"/>
                <a:gd name="connsiteX3" fmla="*/ 9144052 w 9144052"/>
                <a:gd name="connsiteY3" fmla="*/ 825067 h 1986563"/>
                <a:gd name="connsiteX4" fmla="*/ 9143150 w 9144052"/>
                <a:gd name="connsiteY4" fmla="*/ 0 h 1986563"/>
                <a:gd name="connsiteX5" fmla="*/ 2371 w 9144052"/>
                <a:gd name="connsiteY5" fmla="*/ 1971 h 1986563"/>
                <a:gd name="connsiteX0" fmla="*/ 2371 w 9144052"/>
                <a:gd name="connsiteY0" fmla="*/ 1971 h 1910577"/>
                <a:gd name="connsiteX1" fmla="*/ 0 w 9144052"/>
                <a:gd name="connsiteY1" fmla="*/ 749425 h 1910577"/>
                <a:gd name="connsiteX2" fmla="*/ 3114923 w 9144052"/>
                <a:gd name="connsiteY2" fmla="*/ 315034 h 1910577"/>
                <a:gd name="connsiteX3" fmla="*/ 9144052 w 9144052"/>
                <a:gd name="connsiteY3" fmla="*/ 825067 h 1910577"/>
                <a:gd name="connsiteX4" fmla="*/ 9143150 w 9144052"/>
                <a:gd name="connsiteY4" fmla="*/ 0 h 1910577"/>
                <a:gd name="connsiteX5" fmla="*/ 2371 w 9144052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13342 w 9142471"/>
                <a:gd name="connsiteY2" fmla="*/ 31503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62539 w 9142471"/>
                <a:gd name="connsiteY2" fmla="*/ 48299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742614"/>
                <a:gd name="connsiteX1" fmla="*/ 4568 w 9142471"/>
                <a:gd name="connsiteY1" fmla="*/ 1141332 h 1742614"/>
                <a:gd name="connsiteX2" fmla="*/ 3162539 w 9142471"/>
                <a:gd name="connsiteY2" fmla="*/ 482994 h 1742614"/>
                <a:gd name="connsiteX3" fmla="*/ 9142471 w 9142471"/>
                <a:gd name="connsiteY3" fmla="*/ 825067 h 1742614"/>
                <a:gd name="connsiteX4" fmla="*/ 9141569 w 9142471"/>
                <a:gd name="connsiteY4" fmla="*/ 0 h 1742614"/>
                <a:gd name="connsiteX5" fmla="*/ 790 w 9142471"/>
                <a:gd name="connsiteY5" fmla="*/ 1971 h 1742614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538662"/>
                <a:gd name="connsiteX1" fmla="*/ 4568 w 9142471"/>
                <a:gd name="connsiteY1" fmla="*/ 1141332 h 1538662"/>
                <a:gd name="connsiteX2" fmla="*/ 3162539 w 9142471"/>
                <a:gd name="connsiteY2" fmla="*/ 482994 h 1538662"/>
                <a:gd name="connsiteX3" fmla="*/ 9142471 w 9142471"/>
                <a:gd name="connsiteY3" fmla="*/ 825067 h 1538662"/>
                <a:gd name="connsiteX4" fmla="*/ 9141569 w 9142471"/>
                <a:gd name="connsiteY4" fmla="*/ 0 h 1538662"/>
                <a:gd name="connsiteX5" fmla="*/ 790 w 9142471"/>
                <a:gd name="connsiteY5" fmla="*/ 1971 h 153866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2471" h="1874582">
                  <a:moveTo>
                    <a:pt x="790" y="1971"/>
                  </a:moveTo>
                  <a:cubicBezTo>
                    <a:pt x="0" y="305263"/>
                    <a:pt x="5358" y="838040"/>
                    <a:pt x="4568" y="1141332"/>
                  </a:cubicBezTo>
                  <a:cubicBezTo>
                    <a:pt x="419096" y="979788"/>
                    <a:pt x="1492070" y="639683"/>
                    <a:pt x="3162539" y="482994"/>
                  </a:cubicBezTo>
                  <a:cubicBezTo>
                    <a:pt x="4833008" y="326305"/>
                    <a:pt x="7747892" y="1874582"/>
                    <a:pt x="9142471" y="825067"/>
                  </a:cubicBezTo>
                  <a:cubicBezTo>
                    <a:pt x="9142170" y="646022"/>
                    <a:pt x="9141870" y="179045"/>
                    <a:pt x="9141569" y="0"/>
                  </a:cubicBezTo>
                  <a:lnTo>
                    <a:pt x="790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207007" y="273050"/>
            <a:ext cx="10375392" cy="950976"/>
          </a:xfr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24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072" y="1371600"/>
            <a:ext cx="6815667" cy="475488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16" y="1362456"/>
            <a:ext cx="3425952" cy="47640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537960"/>
            <a:ext cx="2844800" cy="246888"/>
          </a:xfrm>
        </p:spPr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26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010400" y="987552"/>
            <a:ext cx="4974336" cy="795528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707136" y="1216152"/>
            <a:ext cx="6193536" cy="464515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34784" y="1901952"/>
            <a:ext cx="4949952" cy="1755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537960"/>
            <a:ext cx="2844800" cy="246888"/>
          </a:xfrm>
        </p:spPr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8" name="Group 7"/>
          <p:cNvGrpSpPr/>
          <p:nvPr/>
        </p:nvGrpSpPr>
        <p:grpSpPr bwMode="invGray">
          <a:xfrm rot="16200000">
            <a:off x="-2709598" y="2703653"/>
            <a:ext cx="6891618" cy="1472419"/>
            <a:chOff x="-18448" y="-1967"/>
            <a:chExt cx="9176991" cy="1292024"/>
          </a:xfrm>
        </p:grpSpPr>
        <p:sp>
          <p:nvSpPr>
            <p:cNvPr id="9" name="Freeform 8"/>
            <p:cNvSpPr/>
            <p:nvPr userDrawn="1"/>
          </p:nvSpPr>
          <p:spPr bwMode="invGray">
            <a:xfrm>
              <a:off x="-18448" y="5"/>
              <a:ext cx="9176991" cy="129005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18502 w 9169070"/>
                <a:gd name="connsiteY0" fmla="*/ 1284 h 1489619"/>
                <a:gd name="connsiteX1" fmla="*/ 0 w 9169070"/>
                <a:gd name="connsiteY1" fmla="*/ 1489619 h 1489619"/>
                <a:gd name="connsiteX2" fmla="*/ 3641188 w 9169070"/>
                <a:gd name="connsiteY2" fmla="*/ 425264 h 1489619"/>
                <a:gd name="connsiteX3" fmla="*/ 9162502 w 9169070"/>
                <a:gd name="connsiteY3" fmla="*/ 877824 h 1489619"/>
                <a:gd name="connsiteX4" fmla="*/ 9169070 w 9169070"/>
                <a:gd name="connsiteY4" fmla="*/ 0 h 1489619"/>
                <a:gd name="connsiteX5" fmla="*/ 18502 w 9169070"/>
                <a:gd name="connsiteY5" fmla="*/ 1284 h 1489619"/>
                <a:gd name="connsiteX0" fmla="*/ 18502 w 9169070"/>
                <a:gd name="connsiteY0" fmla="*/ 1284 h 1654092"/>
                <a:gd name="connsiteX1" fmla="*/ 0 w 9169070"/>
                <a:gd name="connsiteY1" fmla="*/ 1489619 h 1654092"/>
                <a:gd name="connsiteX2" fmla="*/ 3641188 w 9169070"/>
                <a:gd name="connsiteY2" fmla="*/ 425264 h 1654092"/>
                <a:gd name="connsiteX3" fmla="*/ 9137904 w 9169070"/>
                <a:gd name="connsiteY3" fmla="*/ 1061874 h 1654092"/>
                <a:gd name="connsiteX4" fmla="*/ 9169070 w 9169070"/>
                <a:gd name="connsiteY4" fmla="*/ 0 h 1654092"/>
                <a:gd name="connsiteX5" fmla="*/ 18502 w 916907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41188 w 9176990"/>
                <a:gd name="connsiteY2" fmla="*/ 42526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87310 w 9176990"/>
                <a:gd name="connsiteY2" fmla="*/ 649870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0119 w 9176990"/>
                <a:gd name="connsiteY2" fmla="*/ 555828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9344 w 9176990"/>
                <a:gd name="connsiteY2" fmla="*/ 51527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95308 w 9176990"/>
                <a:gd name="connsiteY3" fmla="*/ 114570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6990" h="1489619">
                  <a:moveTo>
                    <a:pt x="18502" y="1284"/>
                  </a:moveTo>
                  <a:cubicBezTo>
                    <a:pt x="18485" y="491948"/>
                    <a:pt x="17" y="998955"/>
                    <a:pt x="0" y="1489619"/>
                  </a:cubicBezTo>
                  <a:cubicBezTo>
                    <a:pt x="304800" y="1334171"/>
                    <a:pt x="2076793" y="572593"/>
                    <a:pt x="3209344" y="515274"/>
                  </a:cubicBezTo>
                  <a:cubicBezTo>
                    <a:pt x="4341895" y="457955"/>
                    <a:pt x="5743827" y="772070"/>
                    <a:pt x="6307596" y="941158"/>
                  </a:cubicBezTo>
                  <a:cubicBezTo>
                    <a:pt x="6871365" y="1110246"/>
                    <a:pt x="8191884" y="1377605"/>
                    <a:pt x="9174801" y="1061875"/>
                  </a:cubicBezTo>
                  <a:cubicBezTo>
                    <a:pt x="9176990" y="769267"/>
                    <a:pt x="9166881" y="292608"/>
                    <a:pt x="9169070" y="0"/>
                  </a:cubicBezTo>
                  <a:lnTo>
                    <a:pt x="1850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invGray">
            <a:xfrm>
              <a:off x="1533" y="-1967"/>
              <a:ext cx="9149091" cy="126639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570664"/>
                <a:gd name="connsiteX1" fmla="*/ 0 w 9144052"/>
                <a:gd name="connsiteY1" fmla="*/ 749425 h 1570664"/>
                <a:gd name="connsiteX2" fmla="*/ 3114923 w 9144052"/>
                <a:gd name="connsiteY2" fmla="*/ 315034 h 1570664"/>
                <a:gd name="connsiteX3" fmla="*/ 9144052 w 9144052"/>
                <a:gd name="connsiteY3" fmla="*/ 825067 h 1570664"/>
                <a:gd name="connsiteX4" fmla="*/ 9143150 w 9144052"/>
                <a:gd name="connsiteY4" fmla="*/ 0 h 1570664"/>
                <a:gd name="connsiteX5" fmla="*/ 2371 w 9144052"/>
                <a:gd name="connsiteY5" fmla="*/ 1971 h 1570664"/>
                <a:gd name="connsiteX0" fmla="*/ 2371 w 9144052"/>
                <a:gd name="connsiteY0" fmla="*/ 1971 h 1986563"/>
                <a:gd name="connsiteX1" fmla="*/ 0 w 9144052"/>
                <a:gd name="connsiteY1" fmla="*/ 749425 h 1986563"/>
                <a:gd name="connsiteX2" fmla="*/ 3114923 w 9144052"/>
                <a:gd name="connsiteY2" fmla="*/ 315034 h 1986563"/>
                <a:gd name="connsiteX3" fmla="*/ 9144052 w 9144052"/>
                <a:gd name="connsiteY3" fmla="*/ 825067 h 1986563"/>
                <a:gd name="connsiteX4" fmla="*/ 9143150 w 9144052"/>
                <a:gd name="connsiteY4" fmla="*/ 0 h 1986563"/>
                <a:gd name="connsiteX5" fmla="*/ 2371 w 9144052"/>
                <a:gd name="connsiteY5" fmla="*/ 1971 h 1986563"/>
                <a:gd name="connsiteX0" fmla="*/ 2371 w 9144052"/>
                <a:gd name="connsiteY0" fmla="*/ 1971 h 1910577"/>
                <a:gd name="connsiteX1" fmla="*/ 0 w 9144052"/>
                <a:gd name="connsiteY1" fmla="*/ 749425 h 1910577"/>
                <a:gd name="connsiteX2" fmla="*/ 3114923 w 9144052"/>
                <a:gd name="connsiteY2" fmla="*/ 315034 h 1910577"/>
                <a:gd name="connsiteX3" fmla="*/ 9144052 w 9144052"/>
                <a:gd name="connsiteY3" fmla="*/ 825067 h 1910577"/>
                <a:gd name="connsiteX4" fmla="*/ 9143150 w 9144052"/>
                <a:gd name="connsiteY4" fmla="*/ 0 h 1910577"/>
                <a:gd name="connsiteX5" fmla="*/ 2371 w 9144052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13342 w 9142471"/>
                <a:gd name="connsiteY2" fmla="*/ 31503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62539 w 9142471"/>
                <a:gd name="connsiteY2" fmla="*/ 48299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742614"/>
                <a:gd name="connsiteX1" fmla="*/ 4568 w 9142471"/>
                <a:gd name="connsiteY1" fmla="*/ 1141332 h 1742614"/>
                <a:gd name="connsiteX2" fmla="*/ 3162539 w 9142471"/>
                <a:gd name="connsiteY2" fmla="*/ 482994 h 1742614"/>
                <a:gd name="connsiteX3" fmla="*/ 9142471 w 9142471"/>
                <a:gd name="connsiteY3" fmla="*/ 825067 h 1742614"/>
                <a:gd name="connsiteX4" fmla="*/ 9141569 w 9142471"/>
                <a:gd name="connsiteY4" fmla="*/ 0 h 1742614"/>
                <a:gd name="connsiteX5" fmla="*/ 790 w 9142471"/>
                <a:gd name="connsiteY5" fmla="*/ 1971 h 1742614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538662"/>
                <a:gd name="connsiteX1" fmla="*/ 4568 w 9142471"/>
                <a:gd name="connsiteY1" fmla="*/ 1141332 h 1538662"/>
                <a:gd name="connsiteX2" fmla="*/ 3162539 w 9142471"/>
                <a:gd name="connsiteY2" fmla="*/ 482994 h 1538662"/>
                <a:gd name="connsiteX3" fmla="*/ 9142471 w 9142471"/>
                <a:gd name="connsiteY3" fmla="*/ 825067 h 1538662"/>
                <a:gd name="connsiteX4" fmla="*/ 9141569 w 9142471"/>
                <a:gd name="connsiteY4" fmla="*/ 0 h 1538662"/>
                <a:gd name="connsiteX5" fmla="*/ 790 w 9142471"/>
                <a:gd name="connsiteY5" fmla="*/ 1971 h 153866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2471" h="1874582">
                  <a:moveTo>
                    <a:pt x="790" y="1971"/>
                  </a:moveTo>
                  <a:cubicBezTo>
                    <a:pt x="0" y="305263"/>
                    <a:pt x="5358" y="838040"/>
                    <a:pt x="4568" y="1141332"/>
                  </a:cubicBezTo>
                  <a:cubicBezTo>
                    <a:pt x="419096" y="979788"/>
                    <a:pt x="1492070" y="639683"/>
                    <a:pt x="3162539" y="482994"/>
                  </a:cubicBezTo>
                  <a:cubicBezTo>
                    <a:pt x="4833008" y="326305"/>
                    <a:pt x="7747892" y="1874582"/>
                    <a:pt x="9142471" y="825067"/>
                  </a:cubicBezTo>
                  <a:cubicBezTo>
                    <a:pt x="9142170" y="646022"/>
                    <a:pt x="9141870" y="179045"/>
                    <a:pt x="9141569" y="0"/>
                  </a:cubicBezTo>
                  <a:lnTo>
                    <a:pt x="790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Oval 10"/>
          <p:cNvSpPr/>
          <p:nvPr/>
        </p:nvSpPr>
        <p:spPr bwMode="gray">
          <a:xfrm>
            <a:off x="9144000" y="3886200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7717536" y="4572000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1621536" y="384048"/>
            <a:ext cx="975360" cy="73152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5689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>
            <a:off x="0" y="1"/>
            <a:ext cx="12200827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8"/>
          <p:cNvSpPr/>
          <p:nvPr/>
        </p:nvSpPr>
        <p:spPr bwMode="invGray">
          <a:xfrm>
            <a:off x="-69" y="-1972"/>
            <a:ext cx="12192069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765536" y="3840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9997440" y="429768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280416" y="210312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09600" y="649224"/>
            <a:ext cx="10972800" cy="9966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28800"/>
            <a:ext cx="109728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1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 flipV="1">
            <a:off x="0" y="5590646"/>
            <a:ext cx="12200827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8"/>
          <p:cNvSpPr/>
          <p:nvPr/>
        </p:nvSpPr>
        <p:spPr bwMode="invGray">
          <a:xfrm flipV="1">
            <a:off x="-69" y="5780271"/>
            <a:ext cx="12192069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863072" y="56418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1521440" y="5212080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77952" y="5641848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241536" y="274638"/>
            <a:ext cx="2340864" cy="5669280"/>
          </a:xfrm>
        </p:spPr>
        <p:txBody>
          <a:bodyPr vert="eaVert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436864" cy="56967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49604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gray">
          <a:xfrm>
            <a:off x="0" y="0"/>
            <a:ext cx="12204261" cy="1862136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1862136">
                <a:moveTo>
                  <a:pt x="52" y="1284"/>
                </a:moveTo>
                <a:cubicBezTo>
                  <a:pt x="35" y="491948"/>
                  <a:pt x="17" y="1371472"/>
                  <a:pt x="0" y="1862136"/>
                </a:cubicBezTo>
                <a:cubicBezTo>
                  <a:pt x="304800" y="1706688"/>
                  <a:pt x="1952287" y="1117060"/>
                  <a:pt x="2999284" y="1051560"/>
                </a:cubicBezTo>
                <a:cubicBezTo>
                  <a:pt x="4046281" y="986060"/>
                  <a:pt x="5541316" y="1353820"/>
                  <a:pt x="6281980" y="1469136"/>
                </a:cubicBezTo>
                <a:cubicBezTo>
                  <a:pt x="7022644" y="1584452"/>
                  <a:pt x="8247940" y="1834896"/>
                  <a:pt x="9144052" y="1487424"/>
                </a:cubicBezTo>
                <a:lnTo>
                  <a:pt x="9153196" y="0"/>
                </a:ln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invGray">
          <a:xfrm>
            <a:off x="-69" y="0"/>
            <a:ext cx="12204261" cy="1481136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1481136">
                <a:moveTo>
                  <a:pt x="52" y="1284"/>
                </a:moveTo>
                <a:cubicBezTo>
                  <a:pt x="35" y="491948"/>
                  <a:pt x="17" y="990472"/>
                  <a:pt x="0" y="1481136"/>
                </a:cubicBezTo>
                <a:cubicBezTo>
                  <a:pt x="414528" y="1319592"/>
                  <a:pt x="1857799" y="987520"/>
                  <a:pt x="2980996" y="960120"/>
                </a:cubicBezTo>
                <a:cubicBezTo>
                  <a:pt x="4104193" y="932720"/>
                  <a:pt x="6019852" y="1271016"/>
                  <a:pt x="6739180" y="1316736"/>
                </a:cubicBezTo>
                <a:cubicBezTo>
                  <a:pt x="7458508" y="1362456"/>
                  <a:pt x="8247940" y="1453896"/>
                  <a:pt x="9144052" y="1106424"/>
                </a:cubicBezTo>
                <a:lnTo>
                  <a:pt x="9153196" y="0"/>
                </a:lnTo>
                <a:lnTo>
                  <a:pt x="52" y="128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69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09600" y="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CA7E9-40AD-4B2E-AD01-61FD01F3B6E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02365-24B3-4854-9982-6499A607734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8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lang="en-US" sz="3600" b="1" kern="1200" smtClean="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5"/>
        </a:buClr>
        <a:buSzPct val="85000"/>
        <a:buFont typeface="Wingdings" pitchFamily="2" charset="2"/>
        <a:buChar char="¢"/>
        <a:defRPr lang="en-US" sz="3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4"/>
        </a:buClr>
        <a:buSzPct val="85000"/>
        <a:buFont typeface="Wingdings" pitchFamily="2" charset="2"/>
        <a:buChar char="¤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85000"/>
        <a:buFont typeface="Wingdings" pitchFamily="2" charset="2"/>
        <a:buChar char="¤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2"/>
        </a:buClr>
        <a:buSzPct val="85000"/>
        <a:buFont typeface="Wingdings" pitchFamily="2" charset="2"/>
        <a:buChar char="¤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/>
        </a:buClr>
        <a:buSzPct val="85000"/>
        <a:buFont typeface="Wingdings" pitchFamily="2" charset="2"/>
        <a:buChar char="¤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hyperlink" Target="mailto:ntekdev@192.168.1.97" TargetMode="External"/><Relationship Id="rId2" Type="http://schemas.openxmlformats.org/officeDocument/2006/relationships/hyperlink" Target="http://192.168.1.97:900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SV-500 Integrated Server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통합 서버 사용방법 안내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88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 xml:space="preserve">웹 서버 </a:t>
            </a:r>
            <a:endParaRPr lang="en-US" altLang="ko-KR" sz="24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 smtClean="0">
                <a:latin typeface="+mn-ea"/>
              </a:rPr>
              <a:t xml:space="preserve"> </a:t>
            </a:r>
            <a:r>
              <a:rPr lang="en-US" altLang="ko-KR" sz="2000" dirty="0" smtClean="0">
                <a:latin typeface="+mn-ea"/>
                <a:hlinkClick r:id="rId2"/>
              </a:rPr>
              <a:t>http</a:t>
            </a:r>
            <a:r>
              <a:rPr lang="en-US" altLang="ko-KR" sz="2000" dirty="0">
                <a:latin typeface="+mn-ea"/>
                <a:hlinkClick r:id="rId2"/>
              </a:rPr>
              <a:t>://</a:t>
            </a:r>
            <a:r>
              <a:rPr lang="en-US" altLang="ko-KR" sz="2000" dirty="0" smtClean="0">
                <a:latin typeface="+mn-ea"/>
                <a:hlinkClick r:id="rId2"/>
              </a:rPr>
              <a:t>192.168.1.97:9000</a:t>
            </a:r>
            <a:endParaRPr lang="en-US" altLang="ko-KR" sz="20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 xml:space="preserve"> </a:t>
            </a:r>
            <a:r>
              <a:rPr lang="en-US" altLang="ko-KR" sz="2000" dirty="0" smtClean="0">
                <a:latin typeface="+mn-ea"/>
              </a:rPr>
              <a:t>MQTT Broker</a:t>
            </a:r>
            <a:r>
              <a:rPr lang="ko-KR" altLang="en-US" sz="2000" dirty="0" smtClean="0">
                <a:latin typeface="+mn-ea"/>
              </a:rPr>
              <a:t xml:space="preserve"> 및</a:t>
            </a:r>
            <a:r>
              <a:rPr lang="en-US" altLang="ko-KR" sz="2000" dirty="0">
                <a:latin typeface="+mn-ea"/>
              </a:rPr>
              <a:t xml:space="preserve"> </a:t>
            </a:r>
            <a:r>
              <a:rPr lang="ko-KR" altLang="en-US" sz="2000" dirty="0" smtClean="0">
                <a:latin typeface="+mn-ea"/>
              </a:rPr>
              <a:t xml:space="preserve">수신 서버 프로그램 운영 </a:t>
            </a:r>
            <a:r>
              <a:rPr lang="en-US" altLang="ko-KR" sz="2000" dirty="0" smtClean="0">
                <a:latin typeface="+mn-ea"/>
              </a:rPr>
              <a:t>(</a:t>
            </a:r>
            <a:r>
              <a:rPr lang="ko-KR" altLang="en-US" sz="2000" dirty="0" err="1" smtClean="0">
                <a:latin typeface="+mn-ea"/>
              </a:rPr>
              <a:t>사이트별</a:t>
            </a:r>
            <a:r>
              <a:rPr lang="ko-KR" altLang="en-US" sz="2000" dirty="0" smtClean="0">
                <a:latin typeface="+mn-ea"/>
              </a:rPr>
              <a:t xml:space="preserve"> </a:t>
            </a:r>
            <a:r>
              <a:rPr lang="ko-KR" altLang="en-US" sz="2000" dirty="0" err="1" smtClean="0">
                <a:latin typeface="+mn-ea"/>
              </a:rPr>
              <a:t>사용자계정</a:t>
            </a:r>
            <a:r>
              <a:rPr lang="ko-KR" altLang="en-US" sz="2000" dirty="0" smtClean="0">
                <a:latin typeface="+mn-ea"/>
              </a:rPr>
              <a:t xml:space="preserve"> 접속 가능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 xml:space="preserve"> </a:t>
            </a:r>
            <a:r>
              <a:rPr lang="ko-KR" altLang="en-US" sz="2000" dirty="0" smtClean="0">
                <a:latin typeface="+mn-ea"/>
              </a:rPr>
              <a:t>개별 장비 백업</a:t>
            </a:r>
            <a:r>
              <a:rPr lang="en-US" altLang="ko-KR" sz="2000" dirty="0" smtClean="0">
                <a:latin typeface="+mn-ea"/>
              </a:rPr>
              <a:t xml:space="preserve">DB </a:t>
            </a:r>
            <a:r>
              <a:rPr lang="ko-KR" altLang="en-US" sz="2000" dirty="0" smtClean="0">
                <a:latin typeface="+mn-ea"/>
              </a:rPr>
              <a:t xml:space="preserve">의 복원 서버 운영 </a:t>
            </a:r>
            <a:r>
              <a:rPr lang="en-US" altLang="ko-KR" sz="2000" dirty="0" smtClean="0">
                <a:latin typeface="+mn-ea"/>
              </a:rPr>
              <a:t xml:space="preserve">(NTEK System / ntek / ntek9135! </a:t>
            </a:r>
            <a:r>
              <a:rPr lang="ko-KR" altLang="en-US" sz="2000" dirty="0" smtClean="0">
                <a:latin typeface="+mn-ea"/>
              </a:rPr>
              <a:t>계정으로 접속</a:t>
            </a:r>
            <a:r>
              <a:rPr lang="en-US" altLang="ko-KR" sz="2000" dirty="0">
                <a:latin typeface="+mn-ea"/>
              </a:rPr>
              <a:t>)</a:t>
            </a:r>
            <a:endParaRPr lang="en-US" altLang="ko-KR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 smtClean="0">
                <a:latin typeface="+mn-ea"/>
              </a:rPr>
              <a:t xml:space="preserve">FTP </a:t>
            </a:r>
            <a:r>
              <a:rPr lang="ko-KR" altLang="en-US" sz="2400" dirty="0" smtClean="0">
                <a:latin typeface="+mn-ea"/>
              </a:rPr>
              <a:t>서버</a:t>
            </a:r>
            <a:endParaRPr lang="en-US" altLang="ko-KR" sz="24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 err="1">
                <a:latin typeface="+mn-ea"/>
              </a:rPr>
              <a:t>s</a:t>
            </a:r>
            <a:r>
              <a:rPr lang="en-US" altLang="ko-KR" sz="2000" dirty="0" err="1" smtClean="0">
                <a:latin typeface="+mn-ea"/>
              </a:rPr>
              <a:t>sh</a:t>
            </a:r>
            <a:r>
              <a:rPr lang="en-US" altLang="ko-KR" sz="2000" dirty="0" smtClean="0">
                <a:latin typeface="+mn-ea"/>
              </a:rPr>
              <a:t xml:space="preserve"> </a:t>
            </a:r>
            <a:r>
              <a:rPr lang="en-US" altLang="ko-KR" sz="2000" dirty="0" smtClean="0">
                <a:latin typeface="+mn-ea"/>
                <a:hlinkClick r:id="rId3"/>
              </a:rPr>
              <a:t>ntekdev@192.168.1.97</a:t>
            </a:r>
            <a:r>
              <a:rPr lang="en-US" altLang="ko-KR" sz="2000" dirty="0" smtClean="0">
                <a:latin typeface="+mn-ea"/>
              </a:rPr>
              <a:t xml:space="preserve"> (</a:t>
            </a:r>
            <a:r>
              <a:rPr lang="ko-KR" altLang="en-US" sz="2000" dirty="0" smtClean="0">
                <a:latin typeface="+mn-ea"/>
              </a:rPr>
              <a:t xml:space="preserve">비밀번호 </a:t>
            </a:r>
            <a:r>
              <a:rPr lang="en-US" altLang="ko-KR" sz="2000" dirty="0" smtClean="0">
                <a:latin typeface="+mn-ea"/>
              </a:rPr>
              <a:t>: ntek)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smtClean="0">
                <a:latin typeface="+mn-ea"/>
              </a:rPr>
              <a:t xml:space="preserve">SW </a:t>
            </a:r>
            <a:r>
              <a:rPr lang="ko-KR" altLang="en-US" sz="2000" dirty="0" err="1" smtClean="0">
                <a:latin typeface="+mn-ea"/>
              </a:rPr>
              <a:t>배포서버</a:t>
            </a:r>
            <a:endParaRPr lang="en-US" altLang="ko-KR" sz="20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>r</a:t>
            </a:r>
            <a:r>
              <a:rPr lang="en-US" altLang="ko-KR" sz="2000" dirty="0" smtClean="0">
                <a:latin typeface="+mn-ea"/>
              </a:rPr>
              <a:t xml:space="preserve">elease </a:t>
            </a:r>
            <a:r>
              <a:rPr lang="ko-KR" altLang="en-US" sz="2000" dirty="0" smtClean="0">
                <a:latin typeface="+mn-ea"/>
              </a:rPr>
              <a:t>폴더에서 받아야 함</a:t>
            </a:r>
            <a:r>
              <a:rPr lang="en-US" altLang="ko-KR" sz="20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191192"/>
            <a:ext cx="10972800" cy="951807"/>
          </a:xfrm>
        </p:spPr>
        <p:txBody>
          <a:bodyPr/>
          <a:lstStyle/>
          <a:p>
            <a:r>
              <a:rPr lang="ko-KR" altLang="en-US" dirty="0" smtClean="0"/>
              <a:t>통합 서버 운영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484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sz="half" idx="1"/>
          </p:nvPr>
        </p:nvSpPr>
        <p:spPr>
          <a:xfrm>
            <a:off x="609600" y="1874520"/>
            <a:ext cx="10972800" cy="4525963"/>
          </a:xfrm>
        </p:spPr>
        <p:txBody>
          <a:bodyPr>
            <a:normAutofit/>
          </a:bodyPr>
          <a:lstStyle/>
          <a:p>
            <a:r>
              <a:rPr lang="ko-KR" altLang="en-US" sz="2400" dirty="0" smtClean="0">
                <a:latin typeface="+mn-ea"/>
              </a:rPr>
              <a:t xml:space="preserve">사내 </a:t>
            </a:r>
            <a:r>
              <a:rPr lang="en-US" altLang="ko-KR" sz="2400" dirty="0" smtClean="0">
                <a:latin typeface="+mn-ea"/>
              </a:rPr>
              <a:t xml:space="preserve">SV-500 </a:t>
            </a:r>
            <a:r>
              <a:rPr lang="ko-KR" altLang="en-US" sz="2400" dirty="0" smtClean="0">
                <a:latin typeface="+mn-ea"/>
              </a:rPr>
              <a:t>장비 연결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58" y="2663872"/>
            <a:ext cx="7772314" cy="373661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391" y="2160952"/>
            <a:ext cx="6419623" cy="2934393"/>
          </a:xfrm>
          <a:prstGeom prst="rect">
            <a:avLst/>
          </a:prstGeom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8021781" y="632778"/>
            <a:ext cx="3892050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pc="5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 xml:space="preserve">MQTT </a:t>
            </a:r>
            <a:r>
              <a:rPr lang="ko-KR" altLang="en-US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수신 서버</a:t>
            </a:r>
            <a:endParaRPr lang="ko-KR" altLang="en-US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854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56639"/>
            <a:ext cx="11125200" cy="3789521"/>
          </a:xfrm>
          <a:prstGeom prst="rect">
            <a:avLst/>
          </a:prstGeom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8021781" y="632778"/>
            <a:ext cx="3892050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pc="5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 xml:space="preserve">MQTT </a:t>
            </a:r>
            <a:r>
              <a:rPr lang="ko-KR" altLang="en-US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수신 서버</a:t>
            </a:r>
            <a:endParaRPr lang="ko-KR" altLang="en-US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090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장비별</a:t>
            </a:r>
            <a:r>
              <a:rPr lang="ko-KR" altLang="en-US" dirty="0" smtClean="0"/>
              <a:t xml:space="preserve"> </a:t>
            </a:r>
            <a:r>
              <a:rPr lang="ko-KR" altLang="en-US" dirty="0" err="1" smtClean="0"/>
              <a:t>백업디비</a:t>
            </a:r>
            <a:r>
              <a:rPr lang="ko-KR" altLang="en-US" dirty="0" smtClean="0"/>
              <a:t xml:space="preserve"> 복원 서버 구성방법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SV-500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15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50" y="1492513"/>
            <a:ext cx="10695498" cy="4870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0450" y="1073099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1.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사이트 추가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8995756" y="132887"/>
            <a:ext cx="2984578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복원 서버</a:t>
            </a:r>
            <a:endParaRPr lang="ko-KR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367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21" y="1446509"/>
            <a:ext cx="10364402" cy="51440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9621" y="990830"/>
            <a:ext cx="13227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2.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장비 추가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8995756" y="132887"/>
            <a:ext cx="2984578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복원 서버</a:t>
            </a:r>
            <a:endParaRPr lang="ko-KR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6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1" y="1786967"/>
            <a:ext cx="11114087" cy="34597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43574" y="2917921"/>
            <a:ext cx="2173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Other_backup</a:t>
            </a:r>
            <a:r>
              <a:rPr lang="en-US" altLang="ko-KR" dirty="0" smtClean="0"/>
              <a:t xml:space="preserve"> </a:t>
            </a:r>
            <a:r>
              <a:rPr lang="ko-KR" altLang="en-US" dirty="0" smtClean="0"/>
              <a:t>파일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907560" y="2917921"/>
            <a:ext cx="1543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 xml:space="preserve">Transfer </a:t>
            </a:r>
            <a:r>
              <a:rPr lang="ko-KR" altLang="en-US" dirty="0" smtClean="0"/>
              <a:t>파일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4774" y="4572153"/>
            <a:ext cx="60580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>
                <a:solidFill>
                  <a:srgbClr val="FF0000"/>
                </a:solidFill>
                <a:latin typeface="+mn-ea"/>
              </a:rPr>
              <a:t xml:space="preserve">※ 15.10.13 </a:t>
            </a:r>
            <a:r>
              <a:rPr lang="ko-KR" altLang="en-US" sz="1100" b="1" dirty="0" smtClean="0">
                <a:solidFill>
                  <a:srgbClr val="FF0000"/>
                </a:solidFill>
                <a:latin typeface="+mn-ea"/>
              </a:rPr>
              <a:t>빌드 버전의 경우</a:t>
            </a:r>
            <a:r>
              <a:rPr lang="en-US" altLang="ko-KR" sz="1100" b="1" dirty="0" smtClean="0">
                <a:solidFill>
                  <a:srgbClr val="FF0000"/>
                </a:solidFill>
                <a:latin typeface="+mn-ea"/>
              </a:rPr>
              <a:t xml:space="preserve">, </a:t>
            </a:r>
            <a:r>
              <a:rPr lang="ko-KR" altLang="en-US" sz="1100" b="1" dirty="0" smtClean="0">
                <a:solidFill>
                  <a:srgbClr val="FF0000"/>
                </a:solidFill>
                <a:latin typeface="+mn-ea"/>
              </a:rPr>
              <a:t xml:space="preserve">장비의 </a:t>
            </a:r>
            <a:r>
              <a:rPr lang="en-US" altLang="ko-KR" sz="1100" b="1" dirty="0" err="1" smtClean="0">
                <a:solidFill>
                  <a:srgbClr val="FF0000"/>
                </a:solidFill>
                <a:latin typeface="+mn-ea"/>
              </a:rPr>
              <a:t>config</a:t>
            </a:r>
            <a:r>
              <a:rPr lang="en-US" altLang="ko-KR" sz="1100" b="1" dirty="0" smtClean="0">
                <a:solidFill>
                  <a:srgbClr val="FF0000"/>
                </a:solidFill>
                <a:latin typeface="+mn-ea"/>
              </a:rPr>
              <a:t xml:space="preserve"> </a:t>
            </a:r>
            <a:r>
              <a:rPr lang="ko-KR" altLang="en-US" sz="1100" b="1" dirty="0" smtClean="0">
                <a:solidFill>
                  <a:srgbClr val="FF0000"/>
                </a:solidFill>
                <a:latin typeface="+mn-ea"/>
              </a:rPr>
              <a:t xml:space="preserve">폴더 또는 </a:t>
            </a:r>
            <a:r>
              <a:rPr lang="en-US" altLang="ko-KR" sz="1100" b="1" dirty="0" err="1" smtClean="0">
                <a:solidFill>
                  <a:srgbClr val="FF0000"/>
                </a:solidFill>
                <a:latin typeface="+mn-ea"/>
              </a:rPr>
              <a:t>config</a:t>
            </a:r>
            <a:r>
              <a:rPr lang="en-US" altLang="ko-KR" sz="1100" b="1" dirty="0" smtClean="0">
                <a:solidFill>
                  <a:srgbClr val="FF0000"/>
                </a:solidFill>
                <a:latin typeface="+mn-ea"/>
              </a:rPr>
              <a:t xml:space="preserve"> </a:t>
            </a:r>
            <a:r>
              <a:rPr lang="ko-KR" altLang="en-US" sz="1100" b="1" dirty="0" smtClean="0">
                <a:solidFill>
                  <a:srgbClr val="FF0000"/>
                </a:solidFill>
                <a:latin typeface="+mn-ea"/>
              </a:rPr>
              <a:t>폴더의 압축파일 업로드할 것</a:t>
            </a:r>
            <a:endParaRPr lang="ko-KR" altLang="en-US" sz="11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5601" y="1204767"/>
            <a:ext cx="2492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3. </a:t>
            </a:r>
            <a:r>
              <a:rPr lang="ko-KR" altLang="en-US" sz="1600" b="1" dirty="0" err="1" smtClean="0">
                <a:solidFill>
                  <a:srgbClr val="FF0000"/>
                </a:solidFill>
              </a:rPr>
              <a:t>백업디비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 xml:space="preserve"> 파일 업로드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8995756" y="132887"/>
            <a:ext cx="2984578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복원 서버</a:t>
            </a:r>
            <a:endParaRPr lang="ko-KR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38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7" y="917390"/>
            <a:ext cx="10633209" cy="13935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9467" y="2310935"/>
            <a:ext cx="6304931" cy="697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백업 날짜 선택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,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빌드 버전 선택 후 복원하기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맑은 고딕" panose="020B0503020000020004" pitchFamily="50" charset="-127"/>
              </a:rPr>
              <a:t xml:space="preserve">⇒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시간이 걸리므로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,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완전히 완료되어 접속 링크 버튼 활성화 까지 기다릴 것</a:t>
            </a:r>
            <a:endParaRPr lang="ko-KR" altLang="en-US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9467" y="529767"/>
            <a:ext cx="1250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4.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복원하기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67" y="3206667"/>
            <a:ext cx="8766296" cy="3443515"/>
          </a:xfrm>
          <a:prstGeom prst="rect">
            <a:avLst/>
          </a:prstGeom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8995756" y="132887"/>
            <a:ext cx="2984578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복원 서버</a:t>
            </a:r>
            <a:endParaRPr lang="ko-KR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057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03" y="1639432"/>
            <a:ext cx="9569469" cy="28467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4103" y="1146558"/>
            <a:ext cx="2975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5.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복원 장비 웹 서버 접속하기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8995756" y="132887"/>
            <a:ext cx="2984578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복원 서버</a:t>
            </a:r>
            <a:endParaRPr lang="ko-KR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328" y="4821382"/>
            <a:ext cx="69942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2"/>
                </a:solidFill>
                <a:latin typeface="+mn-ea"/>
              </a:rPr>
              <a:t xml:space="preserve">※ </a:t>
            </a:r>
            <a:r>
              <a:rPr lang="ko-KR" altLang="en-US" sz="1600" dirty="0" smtClean="0">
                <a:solidFill>
                  <a:schemeClr val="tx2"/>
                </a:solidFill>
                <a:latin typeface="+mn-ea"/>
              </a:rPr>
              <a:t>시간 설정 및 스마트시스템 업데이트 등으로 백업</a:t>
            </a:r>
            <a:r>
              <a:rPr lang="en-US" altLang="ko-KR" sz="1600" dirty="0" smtClean="0">
                <a:solidFill>
                  <a:schemeClr val="tx2"/>
                </a:solidFill>
                <a:latin typeface="+mn-ea"/>
              </a:rPr>
              <a:t xml:space="preserve">DB </a:t>
            </a:r>
            <a:r>
              <a:rPr lang="ko-KR" altLang="en-US" sz="1600" dirty="0" smtClean="0">
                <a:solidFill>
                  <a:schemeClr val="tx2"/>
                </a:solidFill>
                <a:latin typeface="+mn-ea"/>
              </a:rPr>
              <a:t>기간이 다를 경우</a:t>
            </a:r>
            <a:r>
              <a:rPr lang="en-US" altLang="ko-KR" sz="1600" dirty="0" smtClean="0">
                <a:solidFill>
                  <a:schemeClr val="tx2"/>
                </a:solidFill>
                <a:latin typeface="+mn-ea"/>
              </a:rPr>
              <a:t xml:space="preserve">, 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2"/>
                </a:solidFill>
                <a:latin typeface="+mn-ea"/>
              </a:rPr>
              <a:t>각 백업</a:t>
            </a:r>
            <a:r>
              <a:rPr lang="en-US" altLang="ko-KR" sz="1600" dirty="0" smtClean="0">
                <a:solidFill>
                  <a:schemeClr val="tx2"/>
                </a:solidFill>
                <a:latin typeface="+mn-ea"/>
              </a:rPr>
              <a:t xml:space="preserve">DB </a:t>
            </a:r>
            <a:r>
              <a:rPr lang="ko-KR" altLang="en-US" sz="1600" dirty="0" smtClean="0">
                <a:solidFill>
                  <a:schemeClr val="tx2"/>
                </a:solidFill>
                <a:latin typeface="+mn-ea"/>
              </a:rPr>
              <a:t>단위로도 복원 가능함</a:t>
            </a:r>
            <a:r>
              <a:rPr lang="en-US" altLang="ko-KR" sz="1600" dirty="0" smtClean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600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52109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902" y="347570"/>
            <a:ext cx="2626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6.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트렌드 데이터 추출하기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093" y="1047404"/>
            <a:ext cx="1036245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 xml:space="preserve">관리자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–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서비스 메뉴</a:t>
            </a:r>
            <a:endParaRPr lang="en-US" altLang="ko-KR" sz="1400" b="1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맑은 고딕" panose="020B0503020000020004" pitchFamily="50" charset="-127"/>
              </a:rPr>
              <a:t xml:space="preserve">⇒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PARQUET Download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 xml:space="preserve">버튼 클릭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, </a:t>
            </a:r>
            <a:r>
              <a:rPr lang="en-US" altLang="ko-KR" sz="1400" b="1" dirty="0" err="1" smtClean="0">
                <a:solidFill>
                  <a:srgbClr val="FF0000"/>
                </a:solidFill>
                <a:latin typeface="+mn-ea"/>
              </a:rPr>
              <a:t>DiagnosisTrend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 xml:space="preserve">탭 선택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⇒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채널 선택 후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>, 1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주 단위로 다운로드 가능</a:t>
            </a:r>
            <a:endParaRPr lang="en-US" altLang="ko-KR" sz="1400" b="1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ko-KR" sz="1400" b="1" dirty="0" smtClean="0">
                <a:solidFill>
                  <a:srgbClr val="FF0000"/>
                </a:solidFill>
                <a:latin typeface="+mn-ea"/>
              </a:rPr>
              <a:t>※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 Mode = Standard (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리포트 기준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), </a:t>
            </a:r>
            <a:r>
              <a:rPr lang="en-US" altLang="ko-KR" sz="1400" b="1" dirty="0" err="1" smtClean="0">
                <a:solidFill>
                  <a:srgbClr val="FF0000"/>
                </a:solidFill>
                <a:latin typeface="+mn-ea"/>
              </a:rPr>
              <a:t>WithTreshold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 (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추가 정보 추출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)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지정 후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, Collect Data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 xml:space="preserve">버튼 클릭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⇒ Download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버튼 클릭</a:t>
            </a:r>
            <a:endParaRPr lang="ko-KR" altLang="en-US" sz="14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93" y="2252303"/>
            <a:ext cx="10639067" cy="4394030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7520246" y="134413"/>
            <a:ext cx="4671754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복원한 장비 웹 서버</a:t>
            </a:r>
            <a:endParaRPr lang="ko-KR" altLang="en-US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42047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902" y="347570"/>
            <a:ext cx="1938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7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 xml:space="preserve">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 xml:space="preserve">데이터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변환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하기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093" y="1047404"/>
            <a:ext cx="9243236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데이터 추출 메뉴</a:t>
            </a:r>
            <a:endParaRPr lang="en-US" altLang="ko-KR" sz="1400" b="1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rgbClr val="FF0000"/>
                </a:solidFill>
                <a:latin typeface="+mn-ea"/>
                <a:ea typeface="맑은 고딕" panose="020B0503020000020004" pitchFamily="50" charset="-127"/>
              </a:rPr>
              <a:t xml:space="preserve">⇒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주간 아카이브 선택 섹션에서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>, [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파일 선택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>]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 xml:space="preserve"> 버튼 클릭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,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>주간단위 다운로드 받은 압축파일 모두 선택하여 업로드</a:t>
            </a:r>
            <a:endParaRPr lang="en-US" altLang="ko-KR" sz="1400" b="1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⇒ 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 xml:space="preserve">표준 추출 </a:t>
            </a:r>
            <a:r>
              <a:rPr lang="en-US" altLang="ko-KR" sz="1400" b="1" dirty="0" smtClean="0">
                <a:solidFill>
                  <a:srgbClr val="FF0000"/>
                </a:solidFill>
                <a:latin typeface="+mn-ea"/>
              </a:rPr>
              <a:t xml:space="preserve">/ </a:t>
            </a:r>
            <a:r>
              <a:rPr lang="ko-KR" altLang="en-US" sz="1400" b="1" dirty="0" err="1" smtClean="0">
                <a:solidFill>
                  <a:srgbClr val="FF0000"/>
                </a:solidFill>
                <a:latin typeface="+mn-ea"/>
              </a:rPr>
              <a:t>리포트용</a:t>
            </a:r>
            <a:r>
              <a:rPr lang="ko-KR" altLang="en-US" sz="1400" b="1" dirty="0" smtClean="0">
                <a:solidFill>
                  <a:srgbClr val="FF0000"/>
                </a:solidFill>
                <a:latin typeface="+mn-ea"/>
              </a:rPr>
              <a:t xml:space="preserve"> 전처리 옵션 중 선택하여 다운로드</a:t>
            </a:r>
            <a:endParaRPr lang="ko-KR" altLang="en-US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8995756" y="132887"/>
            <a:ext cx="2984578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복원 서버</a:t>
            </a:r>
            <a:endParaRPr lang="ko-KR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93" y="2291399"/>
            <a:ext cx="11446933" cy="290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0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파형 분석</a:t>
            </a:r>
            <a:r>
              <a:rPr lang="ko-KR" altLang="en-US" dirty="0" smtClean="0"/>
              <a:t/>
            </a:r>
            <a:r>
              <a:rPr lang="ko-KR" altLang="en-US" dirty="0" err="1" smtClean="0"/>
              <a:t/>
            </a:r>
            <a:r>
              <a:rPr lang="ko-KR" altLang="en-US" dirty="0" smtClean="0"/>
              <a:t/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SV-500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156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902" y="347570"/>
            <a:ext cx="2626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1.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파일 업로드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093" y="1047404"/>
            <a:ext cx="10362452" cy="10618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배포 서버(http://192.168.1.97:9000) ⇒ [파형 분석] 메뉴 접속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⇒ 데이터 소스에서 [파일 업로드] 선택, 파형(Waveform / Event) 파일 업로드 후 [업로드 / 파싱] 클릭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⇒ 하단에 파싱된 파형 정보 및 차트 출력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00" y="2984631"/>
            <a:ext cx="11600000" cy="3183040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7520246" y="134413"/>
            <a:ext cx="4671754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파형 분석</a:t>
            </a:r>
            <a:endParaRPr lang="ko-KR" altLang="en-US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42047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902" y="347570"/>
            <a:ext cx="2626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2.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파형 차트 확인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093" y="1047404"/>
            <a:ext cx="10362452" cy="10618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첫 번째 차트 = 시간 도메인 (Current Waveforms)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두 번째 차트 = 주파수 도메인 변환 (FFT)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00" y="2200000"/>
            <a:ext cx="9344000" cy="4550000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7520246" y="134413"/>
            <a:ext cx="4671754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파형 분석</a:t>
            </a:r>
            <a:endParaRPr lang="ko-KR" altLang="en-US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42047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902" y="347570"/>
            <a:ext cx="2626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3.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FTP 연동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093" y="1047404"/>
            <a:ext cx="10362452" cy="10618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장비가 FTP 연동 모드로 등록된 경우 [FTP 연동] 항목 자동 표시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⇒ 아닌 경우, FileZilla 로 sig / signal 계정 접속, 파형 파일을 MAC 주소 폴더 단위로 업로드하면 자동 처리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⇒ 장비 · 채널 · 타입 선택 후 수신 파일에서 파형 선택 시 분석 실행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00" y="2250000"/>
            <a:ext cx="11600000" cy="4474120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7520246" y="134413"/>
            <a:ext cx="4671754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파형 분석</a:t>
            </a:r>
            <a:endParaRPr lang="ko-KR" altLang="en-US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42047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902" y="347570"/>
            <a:ext cx="2626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 xml:space="preserve">4.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FTP 파형 차트 확인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093" y="1047404"/>
            <a:ext cx="10362452" cy="10618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파일 업로드 방식과 동일 ⇒ 첫 번째 차트 = 시간 도메인, 두 번째 차트 = FFT 변환 주파수 도메인 파형 출력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500" y="2200000"/>
            <a:ext cx="8985000" cy="4550000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7520246" y="134413"/>
            <a:ext cx="4671754" cy="73235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lang="en-US" sz="36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파형 분석</a:t>
            </a:r>
            <a:endParaRPr lang="ko-KR" altLang="en-US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42047117"/>
      </p:ext>
    </p:extLst>
  </p:cSld>
  <p:clrMapOvr>
    <a:masterClrMapping/>
  </p:clrMapOvr>
</p:sld>
</file>

<file path=ppt/theme/theme1.xml><?xml version="1.0" encoding="utf-8"?>
<a:theme xmlns:a="http://schemas.openxmlformats.org/drawingml/2006/main" name="New_Natural01">
  <a:themeElements>
    <a:clrScheme name="Natural01">
      <a:dk1>
        <a:sysClr val="windowText" lastClr="000000"/>
      </a:dk1>
      <a:lt1>
        <a:sysClr val="window" lastClr="FFFFFF"/>
      </a:lt1>
      <a:dk2>
        <a:srgbClr val="1F6299"/>
      </a:dk2>
      <a:lt2>
        <a:srgbClr val="DFF0F7"/>
      </a:lt2>
      <a:accent1>
        <a:srgbClr val="40C6D8"/>
      </a:accent1>
      <a:accent2>
        <a:srgbClr val="5581FD"/>
      </a:accent2>
      <a:accent3>
        <a:srgbClr val="33BDFB"/>
      </a:accent3>
      <a:accent4>
        <a:srgbClr val="4CD416"/>
      </a:accent4>
      <a:accent5>
        <a:srgbClr val="FE8C2E"/>
      </a:accent5>
      <a:accent6>
        <a:srgbClr val="C489FF"/>
      </a:accent6>
      <a:hlink>
        <a:srgbClr val="D98609"/>
      </a:hlink>
      <a:folHlink>
        <a:srgbClr val="85DFD0"/>
      </a:folHlink>
    </a:clrScheme>
    <a:fontScheme name="Natural01">
      <a:majorFont>
        <a:latin typeface="Tahoma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ahoma"/>
        <a:ea typeface=""/>
        <a:cs typeface=""/>
        <a:font script="Jpan" typeface="HGｺﾞｼｯｸE"/>
        <a:font script="Hang" typeface="맑은 고딕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atural01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31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0000"/>
                <a:satMod val="2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70000"/>
                <a:satMod val="150000"/>
              </a:schemeClr>
            </a:gs>
          </a:gsLst>
          <a:path path="circle">
            <a:fillToRect t="30000" r="100000" b="70000"/>
          </a:path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4000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alpha val="38000"/>
                <a:satMod val="150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3000000"/>
            </a:lightRig>
          </a:scene3d>
          <a:sp3d contourW="6350" prstMaterial="flat">
            <a:bevelT h="889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satMod val="200000"/>
              </a:schemeClr>
            </a:gs>
            <a:gs pos="100000">
              <a:schemeClr val="phClr">
                <a:tint val="100000"/>
                <a:shade val="89000"/>
                <a:satMod val="150000"/>
                <a:lumMod val="90000"/>
              </a:schemeClr>
            </a:gs>
          </a:gsLst>
          <a:path path="circle">
            <a:fillToRect l="40000" t="30000" r="40000" b="30000"/>
          </a:path>
        </a:gradFill>
        <a:gradFill rotWithShape="1">
          <a:gsLst>
            <a:gs pos="0">
              <a:schemeClr val="phClr">
                <a:tint val="100000"/>
                <a:shade val="90000"/>
                <a:satMod val="200000"/>
                <a:lumMod val="90000"/>
              </a:schemeClr>
            </a:gs>
            <a:gs pos="43000">
              <a:schemeClr val="phClr">
                <a:tint val="85000"/>
                <a:shade val="100000"/>
                <a:satMod val="300000"/>
                <a:lumMod val="100000"/>
              </a:schemeClr>
            </a:gs>
            <a:gs pos="100000">
              <a:schemeClr val="phClr">
                <a:tint val="85000"/>
                <a:shade val="100000"/>
                <a:satMod val="300000"/>
                <a:lumMod val="100000"/>
              </a:schemeClr>
            </a:gs>
          </a:gsLst>
          <a:lin ang="54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TM10237564[[fn=자연 테마]]</Template>
  <TotalTime>119</TotalTime>
  <Words>272</Words>
  <Application>Microsoft Office PowerPoint</Application>
  <PresentationFormat>와이드스크린</PresentationFormat>
  <Paragraphs>43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Tahoma</vt:lpstr>
      <vt:lpstr>Wingdings</vt:lpstr>
      <vt:lpstr>New_Natural01</vt:lpstr>
      <vt:lpstr>SV-500 Integrated Server</vt:lpstr>
      <vt:lpstr>통합 서버 운영</vt:lpstr>
      <vt:lpstr>PowerPoint 프레젠테이션</vt:lpstr>
      <vt:lpstr>PowerPoint 프레젠테이션</vt:lpstr>
      <vt:lpstr>장비별 백업디비 복원 서버 구성방법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ntek</dc:creator>
  <cp:lastModifiedBy>ntek</cp:lastModifiedBy>
  <cp:revision>12</cp:revision>
  <dcterms:created xsi:type="dcterms:W3CDTF">2026-05-18T06:12:43Z</dcterms:created>
  <dcterms:modified xsi:type="dcterms:W3CDTF">2026-06-04T00:44:37Z</dcterms:modified>
</cp:coreProperties>
</file>